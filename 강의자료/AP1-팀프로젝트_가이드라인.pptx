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83" r:id="rId2"/>
    <p:sldId id="410" r:id="rId3"/>
    <p:sldId id="413" r:id="rId4"/>
    <p:sldId id="412" r:id="rId5"/>
    <p:sldId id="426" r:id="rId6"/>
    <p:sldId id="411" r:id="rId7"/>
    <p:sldId id="41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5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44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3FF19-6153-4803-AEAA-92DB09FA1058}" type="datetimeFigureOut">
              <a:rPr lang="ko-KR" altLang="en-US" smtClean="0"/>
              <a:t>2025-05-05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58C66-F80E-4C04-86F7-EAC1281E66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935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C45E0-0153-2131-9D7D-FB8F971C3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6AD7943-0097-A7F8-B378-5DDB2BF7B4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0EEA17-A597-DB60-AD73-7AA134F2A1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1D0734-D7A5-0651-E8FF-D7D6637D91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60C404-73CB-458F-89F9-FD0953AD4E4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8699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48AEC-5645-AE58-8320-A1FDFC361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8BF017-8C24-ABF6-9F7B-57CA3F649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F47D8D-5024-08C5-79A4-F342F1EFB0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2366C9-CD08-333E-6DC0-2C72A57ACE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60C404-73CB-458F-89F9-FD0953AD4E4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9627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03290-890C-F621-DDA3-C30700C0F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896FFA-18D3-DD43-5748-E64BBDDF1F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A01DFD-5CC9-FF2E-F547-C4029663F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1BD99C-C700-A461-93D7-7FB619A313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60C404-73CB-458F-89F9-FD0953AD4E4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06086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08060-ADF8-7F0F-F3BC-841270C99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C184AF-4385-CC18-42C8-83CCD46911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AB142F-6332-9571-F986-BDECBCE81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73B4F9-CFFE-A71C-877B-D35872F7A1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60C404-73CB-458F-89F9-FD0953AD4E4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4095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FAE56-94B5-83F3-4263-1592B3AD2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52422F-B00F-72FF-CD41-DC5EFCA38A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FE4785-9E35-3B88-80CC-4FF4CC101E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407F88-C01A-19D5-5A8A-F05EC9A4B2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60C404-73CB-458F-89F9-FD0953AD4E4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482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2F561-099C-E3F6-D573-5A14DAC57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648795-6C14-3D5A-815B-335E033E89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859BF7-1B6A-AC65-9252-46A8478AE0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8F4950-F35A-D048-E061-0919C0ED7E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60C404-73CB-458F-89F9-FD0953AD4E4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6501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9A4800-DD02-6E7B-8A7C-9BDD71FB9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68364B1-14E9-603F-1EF2-457C7DE3B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A109BB-E211-9414-93F2-072D59D90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8572-77AE-4C02-BF52-A76B4A708A6A}" type="datetimeFigureOut">
              <a:rPr lang="ko-KR" altLang="en-US" smtClean="0"/>
              <a:t>2025-05-05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78E8E3-BC1F-9B1C-6118-06731DFF5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38698A-750C-BD4B-87D9-E7DB2EB56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D5F4-48CB-4D7D-A4B1-9F813B645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763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1CF7A6-433C-7E55-23B6-F9EB39309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8DD3CE-F4A1-C013-352A-1E403ED49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17EA3E-FBBD-089E-9FD9-F7D01C7BC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8572-77AE-4C02-BF52-A76B4A708A6A}" type="datetimeFigureOut">
              <a:rPr lang="ko-KR" altLang="en-US" smtClean="0"/>
              <a:t>2025-05-05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495C55-A602-802C-44F6-75D72489E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475987-964D-9652-1AA0-D6135735E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D5F4-48CB-4D7D-A4B1-9F813B645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735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9BC94F-0F85-801E-9243-659B7C245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603926-486E-B9F8-1AA5-445F9BE9D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335479-0711-BAB0-FB0A-AFB4CF30E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8572-77AE-4C02-BF52-A76B4A708A6A}" type="datetimeFigureOut">
              <a:rPr lang="ko-KR" altLang="en-US" smtClean="0"/>
              <a:t>2025-05-05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2888B8-1682-F019-6513-99059AA0A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E22436-2CC6-3CD2-9530-DA5ED5BDF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D5F4-48CB-4D7D-A4B1-9F813B645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911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34564C-761E-A749-FAD5-54E573ECC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3FDE98-9CFD-BF13-954F-48CC60FA8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51251E-6F81-30DB-7716-C5633F980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28F327-2B9A-4730-2226-66CCE13F0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8572-77AE-4C02-BF52-A76B4A708A6A}" type="datetimeFigureOut">
              <a:rPr lang="ko-KR" altLang="en-US" smtClean="0"/>
              <a:t>2025-05-05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9A1363-CFFF-01C4-28CB-9EFCBFAF7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09E617-675C-8FA6-8CD7-283DFF7C3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D5F4-48CB-4D7D-A4B1-9F813B645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8847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7F320B-C984-39AF-F77B-98C74299D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1A525F-DD92-B7D0-B3DE-D88D01DFF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F456B40-A9F9-AB5D-3499-00AFA27814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DCCF7CB-3235-12F5-3B9D-7721CE005B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79F2C95-8FE8-1B38-C30A-3C143451CA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9FBC41A-F963-9423-5F47-A4CF4679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8572-77AE-4C02-BF52-A76B4A708A6A}" type="datetimeFigureOut">
              <a:rPr lang="ko-KR" altLang="en-US" smtClean="0"/>
              <a:t>2025-05-05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C15004D-DA63-9E0E-6C1C-8BF08627D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36CEEB1-3C15-317B-9169-0F112EF52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D5F4-48CB-4D7D-A4B1-9F813B645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08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00E7D8-1625-494D-68FC-BC54DFD88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83DC3D-825F-41C0-065C-C11185B4E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8572-77AE-4C02-BF52-A76B4A708A6A}" type="datetimeFigureOut">
              <a:rPr lang="ko-KR" altLang="en-US" smtClean="0"/>
              <a:t>2025-05-05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A91E512-9A8E-84DA-82FC-C22226FB4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84C8D18-FD64-62CF-A27F-8407DF3D6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D5F4-48CB-4D7D-A4B1-9F813B645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2427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01F49A0-869F-7536-84A9-28E02CE57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8572-77AE-4C02-BF52-A76B4A708A6A}" type="datetimeFigureOut">
              <a:rPr lang="ko-KR" altLang="en-US" smtClean="0"/>
              <a:t>2025-05-05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ACDA127-7AA6-FEF5-AD27-3E6078700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4FC0CA-F016-45E6-44AC-4A31E6D41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D5F4-48CB-4D7D-A4B1-9F813B645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9392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05A93-2F3B-F3C2-54BD-47CF155A9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227AEE-4796-38C6-5A85-A5721FE2B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3508BB-2D01-E468-3874-D0A4A8925F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43B218-4789-D3B0-4E41-54C021EAD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8572-77AE-4C02-BF52-A76B4A708A6A}" type="datetimeFigureOut">
              <a:rPr lang="ko-KR" altLang="en-US" smtClean="0"/>
              <a:t>2025-05-05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A42A59-6117-203C-4BAB-F1485DCB5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D46EF8-4760-E503-1189-A4230DFFC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D5F4-48CB-4D7D-A4B1-9F813B645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4136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7308B0-3489-93FC-9855-778C7DFCB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45F1171-6E01-16F1-231C-630661B2CB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7F98EF-2A9C-74E5-C9F2-B48ED4B6F5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113193-C89E-6BF7-C3A2-E44AFD4AC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8572-77AE-4C02-BF52-A76B4A708A6A}" type="datetimeFigureOut">
              <a:rPr lang="ko-KR" altLang="en-US" smtClean="0"/>
              <a:t>2025-05-05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1E6A02-93BA-FD55-2228-56E44503E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503C83-055E-0E9A-A72B-62A606133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D5F4-48CB-4D7D-A4B1-9F813B645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5160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8983DB-ED88-89E9-6B3F-01C9D7AF4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6E32A6-EF9B-1BFC-2A0E-8FA180A81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D26939-2DF8-EE0D-935D-3B233B49A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8572-77AE-4C02-BF52-A76B4A708A6A}" type="datetimeFigureOut">
              <a:rPr lang="ko-KR" altLang="en-US" smtClean="0"/>
              <a:t>2025-05-05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53E28B-193F-DC9F-D923-A38149C13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DE14C5-D674-E80D-8250-3299EA022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D5F4-48CB-4D7D-A4B1-9F813B645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765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1328176-4CF5-4DBA-C166-C0C138B6C9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E600DE-9D79-7994-F9A9-8B653AF0B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07D331-A157-C736-01C0-1E086433A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8572-77AE-4C02-BF52-A76B4A708A6A}" type="datetimeFigureOut">
              <a:rPr lang="ko-KR" altLang="en-US" smtClean="0"/>
              <a:t>2025-05-05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DFD029-DFFE-6BA3-F874-5D0164D0B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89C2C5-0FB5-8627-ABD6-1E0922014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DD5F4-48CB-4D7D-A4B1-9F813B645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99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20856AD-C018-28DB-C1EC-E89BD3E72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7A8A5B-4138-D285-6ABE-FF8DD5D36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58EDBE-AABD-3697-E03B-3720B15F2B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0F8572-77AE-4C02-BF52-A76B4A708A6A}" type="datetimeFigureOut">
              <a:rPr lang="ko-KR" altLang="en-US" smtClean="0"/>
              <a:t>2025-05-05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8F246A-9BF0-D53E-B4A2-5835EF87A7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5FD284-262D-AE25-3A46-DD14B8DB9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EDD5F4-48CB-4D7D-A4B1-9F813B645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461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BE5958B-9687-91E5-87A3-9B0B960530B2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B7135F9-9198-543A-469E-D6A6262E5C1A}"/>
              </a:ext>
            </a:extLst>
          </p:cNvPr>
          <p:cNvSpPr/>
          <p:nvPr/>
        </p:nvSpPr>
        <p:spPr>
          <a:xfrm flipV="1">
            <a:off x="1288904" y="2558267"/>
            <a:ext cx="9836296" cy="45719"/>
          </a:xfrm>
          <a:prstGeom prst="rect">
            <a:avLst/>
          </a:prstGeom>
          <a:solidFill>
            <a:srgbClr val="00694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AC274D-016A-FCED-6E1D-362DC648890D}"/>
              </a:ext>
            </a:extLst>
          </p:cNvPr>
          <p:cNvSpPr txBox="1"/>
          <p:nvPr/>
        </p:nvSpPr>
        <p:spPr>
          <a:xfrm>
            <a:off x="8624226" y="4790073"/>
            <a:ext cx="23456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 err="1"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팀명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  <a:cs typeface="ADLaM Display" panose="020F0502020204030204" pitchFamily="2" charset="0"/>
            </a:endParaRPr>
          </a:p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팀원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1,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팀원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2, …..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15883F6-F20B-9258-3B7C-60532A584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A2D296-E48B-F03C-6F09-8C5FCC2CFCD9}"/>
              </a:ext>
            </a:extLst>
          </p:cNvPr>
          <p:cNvSpPr txBox="1"/>
          <p:nvPr/>
        </p:nvSpPr>
        <p:spPr>
          <a:xfrm>
            <a:off x="4793705" y="1864242"/>
            <a:ext cx="28266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/>
              <a:t>프로젝트 이름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755182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20A3E-B3A6-EDAA-BBAC-834C663D0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4665971-8AA2-9BE8-F62D-9E78B10B0CD1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31A4E0A-6901-27DA-8F07-5BC7C94B3502}"/>
              </a:ext>
            </a:extLst>
          </p:cNvPr>
          <p:cNvSpPr/>
          <p:nvPr/>
        </p:nvSpPr>
        <p:spPr>
          <a:xfrm>
            <a:off x="229870" y="587112"/>
            <a:ext cx="7828280" cy="45719"/>
          </a:xfrm>
          <a:prstGeom prst="rect">
            <a:avLst/>
          </a:prstGeom>
          <a:solidFill>
            <a:srgbClr val="0054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9815392-9A45-0C22-CC12-F8733F655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DA3075-0651-13F6-6BE7-013CFA8A2831}"/>
              </a:ext>
            </a:extLst>
          </p:cNvPr>
          <p:cNvSpPr txBox="1"/>
          <p:nvPr/>
        </p:nvSpPr>
        <p:spPr>
          <a:xfrm>
            <a:off x="229870" y="1564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AI Project I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575E2E5-B581-C47A-DFB1-8F3DFD2B96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313" y="866088"/>
            <a:ext cx="7905750" cy="54292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45C0FED-E722-0CB5-BEED-D1D0ED2CF784}"/>
              </a:ext>
            </a:extLst>
          </p:cNvPr>
          <p:cNvSpPr txBox="1"/>
          <p:nvPr/>
        </p:nvSpPr>
        <p:spPr>
          <a:xfrm>
            <a:off x="1756372" y="2145671"/>
            <a:ext cx="977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accent5"/>
                </a:solidFill>
              </a:rPr>
              <a:t>10</a:t>
            </a:r>
            <a:r>
              <a:rPr lang="ko-KR" altLang="en-US" b="1" dirty="0">
                <a:solidFill>
                  <a:schemeClr val="accent5"/>
                </a:solidFill>
              </a:rPr>
              <a:t>주차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925BFC-9178-FC06-4C7D-DE037D9A6BE3}"/>
              </a:ext>
            </a:extLst>
          </p:cNvPr>
          <p:cNvSpPr txBox="1"/>
          <p:nvPr/>
        </p:nvSpPr>
        <p:spPr>
          <a:xfrm>
            <a:off x="1756371" y="3130989"/>
            <a:ext cx="977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accent5"/>
                </a:solidFill>
              </a:rPr>
              <a:t>11</a:t>
            </a:r>
            <a:r>
              <a:rPr lang="ko-KR" altLang="en-US" b="1" dirty="0">
                <a:solidFill>
                  <a:schemeClr val="accent5"/>
                </a:solidFill>
              </a:rPr>
              <a:t>주차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546EE4-68D6-CAF7-C615-2266A110D81F}"/>
              </a:ext>
            </a:extLst>
          </p:cNvPr>
          <p:cNvSpPr txBox="1"/>
          <p:nvPr/>
        </p:nvSpPr>
        <p:spPr>
          <a:xfrm>
            <a:off x="1756370" y="4163661"/>
            <a:ext cx="977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accent5"/>
                </a:solidFill>
              </a:rPr>
              <a:t>12</a:t>
            </a:r>
            <a:r>
              <a:rPr lang="ko-KR" altLang="en-US" b="1" dirty="0">
                <a:solidFill>
                  <a:schemeClr val="accent5"/>
                </a:solidFill>
              </a:rPr>
              <a:t>주차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DF2E04-904E-E204-C1E2-0EBB1976F188}"/>
              </a:ext>
            </a:extLst>
          </p:cNvPr>
          <p:cNvSpPr txBox="1"/>
          <p:nvPr/>
        </p:nvSpPr>
        <p:spPr>
          <a:xfrm>
            <a:off x="1756369" y="5148979"/>
            <a:ext cx="977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accent5"/>
                </a:solidFill>
              </a:rPr>
              <a:t>13</a:t>
            </a:r>
            <a:r>
              <a:rPr lang="ko-KR" altLang="en-US" b="1" dirty="0">
                <a:solidFill>
                  <a:schemeClr val="accent5"/>
                </a:solidFill>
              </a:rPr>
              <a:t>주차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1E90D8-B5F3-1077-1DE2-3C240259C9BF}"/>
              </a:ext>
            </a:extLst>
          </p:cNvPr>
          <p:cNvSpPr txBox="1"/>
          <p:nvPr/>
        </p:nvSpPr>
        <p:spPr>
          <a:xfrm>
            <a:off x="2734144" y="2169296"/>
            <a:ext cx="977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>
                <a:solidFill>
                  <a:srgbClr val="FF0000"/>
                </a:solidFill>
              </a:rPr>
              <a:t>비대면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A60748-A147-492D-53AB-7F0C50E0F6FA}"/>
              </a:ext>
            </a:extLst>
          </p:cNvPr>
          <p:cNvSpPr txBox="1"/>
          <p:nvPr/>
        </p:nvSpPr>
        <p:spPr>
          <a:xfrm>
            <a:off x="3800944" y="2192921"/>
            <a:ext cx="977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>
                <a:solidFill>
                  <a:srgbClr val="FF0000"/>
                </a:solidFill>
              </a:rPr>
              <a:t>비대면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BC688A-0A2A-5E91-4286-10566BFD99D0}"/>
              </a:ext>
            </a:extLst>
          </p:cNvPr>
          <p:cNvSpPr txBox="1"/>
          <p:nvPr/>
        </p:nvSpPr>
        <p:spPr>
          <a:xfrm>
            <a:off x="7122059" y="3500321"/>
            <a:ext cx="537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★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3728F4-F987-3064-B451-5060935C89A9}"/>
              </a:ext>
            </a:extLst>
          </p:cNvPr>
          <p:cNvSpPr txBox="1"/>
          <p:nvPr/>
        </p:nvSpPr>
        <p:spPr>
          <a:xfrm>
            <a:off x="7122059" y="4393821"/>
            <a:ext cx="537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EFA549-1AF7-D564-41A5-3451DF2D9027}"/>
              </a:ext>
            </a:extLst>
          </p:cNvPr>
          <p:cNvSpPr txBox="1"/>
          <p:nvPr/>
        </p:nvSpPr>
        <p:spPr>
          <a:xfrm>
            <a:off x="7122059" y="5368946"/>
            <a:ext cx="537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★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039272-2730-732B-E211-CA3B13E4AFF0}"/>
              </a:ext>
            </a:extLst>
          </p:cNvPr>
          <p:cNvSpPr txBox="1"/>
          <p:nvPr/>
        </p:nvSpPr>
        <p:spPr>
          <a:xfrm>
            <a:off x="2893617" y="3472504"/>
            <a:ext cx="537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★</a:t>
            </a:r>
          </a:p>
        </p:txBody>
      </p:sp>
    </p:spTree>
    <p:extLst>
      <p:ext uri="{BB962C8B-B14F-4D97-AF65-F5344CB8AC3E}">
        <p14:creationId xmlns:p14="http://schemas.microsoft.com/office/powerpoint/2010/main" val="3290405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37"/>
    </mc:Choice>
    <mc:Fallback xmlns="">
      <p:transition spd="slow" advTm="19737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864B0-2BB9-6869-3036-A4CC5DB0C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73ACC59-259A-485A-8B87-FA5F544E2492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242AB86-D969-040C-7A90-9DC305A87354}"/>
              </a:ext>
            </a:extLst>
          </p:cNvPr>
          <p:cNvSpPr/>
          <p:nvPr/>
        </p:nvSpPr>
        <p:spPr>
          <a:xfrm>
            <a:off x="229870" y="587112"/>
            <a:ext cx="7828280" cy="45719"/>
          </a:xfrm>
          <a:prstGeom prst="rect">
            <a:avLst/>
          </a:prstGeom>
          <a:solidFill>
            <a:srgbClr val="0054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48341F4-AF70-684F-1895-34883FB23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AB1E34-E6FF-E96B-A8F8-C20C50127431}"/>
              </a:ext>
            </a:extLst>
          </p:cNvPr>
          <p:cNvSpPr txBox="1"/>
          <p:nvPr/>
        </p:nvSpPr>
        <p:spPr>
          <a:xfrm>
            <a:off x="229870" y="1564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AI Project I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25318FD-3AB9-B5AD-7A85-BA7025014D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880" y="870213"/>
            <a:ext cx="7877175" cy="54006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787E2E-074C-D99A-E695-A46F85B2A074}"/>
              </a:ext>
            </a:extLst>
          </p:cNvPr>
          <p:cNvSpPr txBox="1"/>
          <p:nvPr/>
        </p:nvSpPr>
        <p:spPr>
          <a:xfrm>
            <a:off x="823867" y="1247868"/>
            <a:ext cx="977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accent5"/>
                </a:solidFill>
              </a:rPr>
              <a:t>14</a:t>
            </a:r>
            <a:r>
              <a:rPr lang="ko-KR" altLang="en-US" b="1" dirty="0">
                <a:solidFill>
                  <a:schemeClr val="accent5"/>
                </a:solidFill>
              </a:rPr>
              <a:t>주차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EC77BA-B328-8A2F-2E81-3DB204E9E51A}"/>
              </a:ext>
            </a:extLst>
          </p:cNvPr>
          <p:cNvSpPr txBox="1"/>
          <p:nvPr/>
        </p:nvSpPr>
        <p:spPr>
          <a:xfrm>
            <a:off x="823866" y="2280540"/>
            <a:ext cx="977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accent5"/>
                </a:solidFill>
              </a:rPr>
              <a:t>15</a:t>
            </a:r>
            <a:r>
              <a:rPr lang="ko-KR" altLang="en-US" b="1" dirty="0">
                <a:solidFill>
                  <a:schemeClr val="accent5"/>
                </a:solidFill>
              </a:rPr>
              <a:t>주차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7FBB77-9FB0-5E5D-FDF3-16921FEAA81F}"/>
              </a:ext>
            </a:extLst>
          </p:cNvPr>
          <p:cNvSpPr txBox="1"/>
          <p:nvPr/>
        </p:nvSpPr>
        <p:spPr>
          <a:xfrm>
            <a:off x="823865" y="3265858"/>
            <a:ext cx="977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accent5"/>
                </a:solidFill>
              </a:rPr>
              <a:t>16</a:t>
            </a:r>
            <a:r>
              <a:rPr lang="ko-KR" altLang="en-US" b="1" dirty="0">
                <a:solidFill>
                  <a:schemeClr val="accent5"/>
                </a:solidFill>
              </a:rPr>
              <a:t>주차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6A4613-1559-B6D3-B6D6-11BB454D2B86}"/>
              </a:ext>
            </a:extLst>
          </p:cNvPr>
          <p:cNvSpPr txBox="1"/>
          <p:nvPr/>
        </p:nvSpPr>
        <p:spPr>
          <a:xfrm>
            <a:off x="5937562" y="3460731"/>
            <a:ext cx="977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종강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0A5939-C691-A376-3D07-B1FEADE91BCC}"/>
              </a:ext>
            </a:extLst>
          </p:cNvPr>
          <p:cNvSpPr txBox="1"/>
          <p:nvPr/>
        </p:nvSpPr>
        <p:spPr>
          <a:xfrm>
            <a:off x="1846905" y="3499967"/>
            <a:ext cx="68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>
                <a:solidFill>
                  <a:srgbClr val="FF0000"/>
                </a:solidFill>
              </a:rPr>
              <a:t>발표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8C3D59-85D3-0698-3891-C597AE9D0077}"/>
              </a:ext>
            </a:extLst>
          </p:cNvPr>
          <p:cNvSpPr txBox="1"/>
          <p:nvPr/>
        </p:nvSpPr>
        <p:spPr>
          <a:xfrm>
            <a:off x="6280088" y="1483911"/>
            <a:ext cx="537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★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841FF3-FF65-4880-2F8D-9F742CF3C967}"/>
              </a:ext>
            </a:extLst>
          </p:cNvPr>
          <p:cNvSpPr txBox="1"/>
          <p:nvPr/>
        </p:nvSpPr>
        <p:spPr>
          <a:xfrm>
            <a:off x="6280088" y="2486052"/>
            <a:ext cx="537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★</a:t>
            </a:r>
          </a:p>
        </p:txBody>
      </p:sp>
    </p:spTree>
    <p:extLst>
      <p:ext uri="{BB962C8B-B14F-4D97-AF65-F5344CB8AC3E}">
        <p14:creationId xmlns:p14="http://schemas.microsoft.com/office/powerpoint/2010/main" val="101313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37"/>
    </mc:Choice>
    <mc:Fallback xmlns="">
      <p:transition spd="slow" advTm="19737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74638-2D2F-E3C6-0BBE-4584ED7C2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F9BFFA0-DF75-7901-BE63-C18D6549B36D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0F9146F-9145-6A31-64FB-49CAC6BD57BE}"/>
              </a:ext>
            </a:extLst>
          </p:cNvPr>
          <p:cNvSpPr/>
          <p:nvPr/>
        </p:nvSpPr>
        <p:spPr>
          <a:xfrm>
            <a:off x="229870" y="587112"/>
            <a:ext cx="7828280" cy="45719"/>
          </a:xfrm>
          <a:prstGeom prst="rect">
            <a:avLst/>
          </a:prstGeom>
          <a:solidFill>
            <a:srgbClr val="0054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3C98BDC-16B0-A7F7-81DE-74914CF08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55773E-306D-CE5E-A662-97B067313618}"/>
              </a:ext>
            </a:extLst>
          </p:cNvPr>
          <p:cNvSpPr txBox="1"/>
          <p:nvPr/>
        </p:nvSpPr>
        <p:spPr>
          <a:xfrm>
            <a:off x="229870" y="1564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AI Project I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56658D-1A22-6DBC-0021-7BCDB29DE62E}"/>
              </a:ext>
            </a:extLst>
          </p:cNvPr>
          <p:cNvSpPr txBox="1"/>
          <p:nvPr/>
        </p:nvSpPr>
        <p:spPr>
          <a:xfrm>
            <a:off x="525101" y="832919"/>
            <a:ext cx="3114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팀프로젝트 가이드라인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4B96EB-508C-EE00-93E3-C396111A806E}"/>
              </a:ext>
            </a:extLst>
          </p:cNvPr>
          <p:cNvSpPr txBox="1"/>
          <p:nvPr/>
        </p:nvSpPr>
        <p:spPr>
          <a:xfrm>
            <a:off x="525101" y="1266548"/>
            <a:ext cx="53676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운영 규칙</a:t>
            </a:r>
            <a:endParaRPr lang="en-US" altLang="ko-KR" b="1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팀원 간 매주 구체적인 담당 업무를 작성 및 지정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업무는 구체적이고 측정 가능하게 작성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예 </a:t>
            </a:r>
            <a:r>
              <a:rPr lang="en-US" altLang="ko-KR" dirty="0"/>
              <a:t>– </a:t>
            </a:r>
            <a:r>
              <a:rPr lang="ko-KR" altLang="en-US" dirty="0"/>
              <a:t>데이터 정리 </a:t>
            </a:r>
            <a:r>
              <a:rPr lang="en-US" altLang="ko-KR" dirty="0">
                <a:sym typeface="Wingdings" panose="05000000000000000000" pitchFamily="2" charset="2"/>
              </a:rPr>
              <a:t> CSV </a:t>
            </a:r>
            <a:r>
              <a:rPr lang="ko-KR" altLang="en-US" dirty="0">
                <a:sym typeface="Wingdings" panose="05000000000000000000" pitchFamily="2" charset="2"/>
              </a:rPr>
              <a:t>파일 정제 및 </a:t>
            </a:r>
            <a:r>
              <a:rPr lang="ko-KR" altLang="en-US" dirty="0" err="1">
                <a:sym typeface="Wingdings" panose="05000000000000000000" pitchFamily="2" charset="2"/>
              </a:rPr>
              <a:t>결측치</a:t>
            </a:r>
            <a:r>
              <a:rPr lang="ko-KR" altLang="en-US" dirty="0">
                <a:sym typeface="Wingdings" panose="05000000000000000000" pitchFamily="2" charset="2"/>
              </a:rPr>
              <a:t> 처리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9ABE6A-9F35-F9B5-0865-3365B4A1E4DB}"/>
              </a:ext>
            </a:extLst>
          </p:cNvPr>
          <p:cNvSpPr txBox="1"/>
          <p:nvPr/>
        </p:nvSpPr>
        <p:spPr>
          <a:xfrm>
            <a:off x="525101" y="3542257"/>
            <a:ext cx="53676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수행 및 평가</a:t>
            </a:r>
            <a:endParaRPr lang="en-US" altLang="ko-KR" b="1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업무 난이도에 따라 점수 배분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실제 수행한 양</a:t>
            </a:r>
            <a:r>
              <a:rPr lang="en-US" altLang="ko-KR" dirty="0"/>
              <a:t>/</a:t>
            </a:r>
            <a:r>
              <a:rPr lang="ko-KR" altLang="en-US" dirty="0"/>
              <a:t>질을 고려하여 교수자가 점수 부여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역할 분담은 유연하게 조정 가능</a:t>
            </a:r>
            <a:r>
              <a:rPr lang="en-US" altLang="ko-KR" dirty="0"/>
              <a:t>, </a:t>
            </a:r>
            <a:r>
              <a:rPr lang="ko-KR" altLang="en-US" dirty="0"/>
              <a:t>단 변경 내역은 기록 필수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7CCBDB-FF09-002A-02F8-DE8F858ADC7A}"/>
              </a:ext>
            </a:extLst>
          </p:cNvPr>
          <p:cNvSpPr txBox="1"/>
          <p:nvPr/>
        </p:nvSpPr>
        <p:spPr>
          <a:xfrm>
            <a:off x="6644203" y="3680756"/>
            <a:ext cx="47072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유의사항</a:t>
            </a:r>
            <a:endParaRPr lang="en-US" altLang="ko-KR" b="1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1</a:t>
            </a:r>
            <a:r>
              <a:rPr lang="ko-KR" altLang="en-US" dirty="0"/>
              <a:t>인당 과도한 분량은 지양</a:t>
            </a:r>
            <a:r>
              <a:rPr lang="en-US" altLang="ko-KR" dirty="0"/>
              <a:t>, </a:t>
            </a:r>
            <a:r>
              <a:rPr lang="ko-KR" altLang="en-US" dirty="0"/>
              <a:t>꾸준한 분배 지향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한번에 많은 양을 하기보다 매주 꾸준히 프로젝트 수행 권장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37CECD-3CBA-65CF-AE09-4932BDD38138}"/>
              </a:ext>
            </a:extLst>
          </p:cNvPr>
          <p:cNvSpPr txBox="1"/>
          <p:nvPr/>
        </p:nvSpPr>
        <p:spPr>
          <a:xfrm>
            <a:off x="6644203" y="1250396"/>
            <a:ext cx="47072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제출 규정</a:t>
            </a:r>
            <a:endParaRPr lang="en-US" altLang="ko-KR" b="1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팀장이 취합하여 매주 금요일 </a:t>
            </a:r>
            <a:r>
              <a:rPr lang="en-US" altLang="ko-KR" dirty="0"/>
              <a:t>23</a:t>
            </a:r>
            <a:r>
              <a:rPr lang="ko-KR" altLang="en-US" dirty="0"/>
              <a:t>시</a:t>
            </a:r>
            <a:r>
              <a:rPr lang="en-US" altLang="ko-KR" dirty="0"/>
              <a:t>59</a:t>
            </a:r>
            <a:r>
              <a:rPr lang="ko-KR" altLang="en-US" dirty="0"/>
              <a:t>분까지 </a:t>
            </a:r>
            <a:r>
              <a:rPr lang="en-US" altLang="ko-KR" dirty="0"/>
              <a:t>LMS </a:t>
            </a:r>
            <a:r>
              <a:rPr lang="ko-KR" altLang="en-US" dirty="0"/>
              <a:t>제출</a:t>
            </a:r>
            <a:r>
              <a:rPr lang="en-US" altLang="ko-KR" dirty="0"/>
              <a:t>(PPT)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내용 </a:t>
            </a:r>
            <a:r>
              <a:rPr lang="ko-KR" altLang="en-US" dirty="0" err="1"/>
              <a:t>미작성</a:t>
            </a:r>
            <a:r>
              <a:rPr lang="ko-KR" altLang="en-US" dirty="0"/>
              <a:t> 시 전체 팀 감점</a:t>
            </a:r>
            <a:r>
              <a:rPr lang="en-US" altLang="ko-KR" dirty="0"/>
              <a:t>(</a:t>
            </a:r>
            <a:r>
              <a:rPr lang="ko-KR" altLang="en-US" dirty="0"/>
              <a:t>연장 제출은 가능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83676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37"/>
    </mc:Choice>
    <mc:Fallback xmlns="">
      <p:transition spd="slow" advTm="1973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39C3E-E58F-206C-DA64-FE6E293BA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9002E3F-C78B-D60E-C1DC-E9D65660D79A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6987FF6-A52D-EEF3-4EEB-BA9E0BF3FCF0}"/>
              </a:ext>
            </a:extLst>
          </p:cNvPr>
          <p:cNvSpPr/>
          <p:nvPr/>
        </p:nvSpPr>
        <p:spPr>
          <a:xfrm>
            <a:off x="229870" y="587112"/>
            <a:ext cx="7828280" cy="45719"/>
          </a:xfrm>
          <a:prstGeom prst="rect">
            <a:avLst/>
          </a:prstGeom>
          <a:solidFill>
            <a:srgbClr val="0054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31E84FA-5A17-1DBF-5AC0-3C7109FFA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95B5F1-49FE-B818-A21B-8A8DB11E1BF9}"/>
              </a:ext>
            </a:extLst>
          </p:cNvPr>
          <p:cNvSpPr txBox="1"/>
          <p:nvPr/>
        </p:nvSpPr>
        <p:spPr>
          <a:xfrm>
            <a:off x="229870" y="1564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AI Project I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821F1D-DEC4-984D-1721-23B0F6E3DF25}"/>
              </a:ext>
            </a:extLst>
          </p:cNvPr>
          <p:cNvSpPr txBox="1"/>
          <p:nvPr/>
        </p:nvSpPr>
        <p:spPr>
          <a:xfrm>
            <a:off x="525101" y="832919"/>
            <a:ext cx="3114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팀 현황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4CADF1-52BD-EC8D-9042-443DAB11250A}"/>
              </a:ext>
            </a:extLst>
          </p:cNvPr>
          <p:cNvSpPr txBox="1"/>
          <p:nvPr/>
        </p:nvSpPr>
        <p:spPr>
          <a:xfrm>
            <a:off x="660400" y="1483755"/>
            <a:ext cx="6807200" cy="3890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i="0" dirty="0">
                <a:solidFill>
                  <a:srgbClr val="000000"/>
                </a:solidFill>
                <a:effectLst/>
                <a:latin typeface="Pretendard"/>
              </a:rPr>
              <a:t>1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Pretendard"/>
              </a:rPr>
              <a:t>조</a:t>
            </a:r>
            <a:r>
              <a:rPr lang="en-US" altLang="ko-KR" i="0" dirty="0">
                <a:solidFill>
                  <a:srgbClr val="000000"/>
                </a:solidFill>
                <a:effectLst/>
                <a:latin typeface="Pretendard"/>
              </a:rPr>
              <a:t>(4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Pretendard"/>
              </a:rPr>
              <a:t>명</a:t>
            </a:r>
            <a:r>
              <a:rPr lang="en-US" altLang="ko-KR" i="0" dirty="0">
                <a:solidFill>
                  <a:srgbClr val="000000"/>
                </a:solidFill>
                <a:effectLst/>
                <a:latin typeface="Pretendard"/>
              </a:rPr>
              <a:t>)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Pretendard"/>
              </a:rPr>
              <a:t> 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Pretendard"/>
              </a:rPr>
              <a:t>박서현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Pretendard"/>
              </a:rPr>
              <a:t> 송은주 </a:t>
            </a:r>
            <a:r>
              <a:rPr lang="ko-KR" altLang="en-US" i="0" dirty="0" err="1">
                <a:solidFill>
                  <a:srgbClr val="000000"/>
                </a:solidFill>
                <a:effectLst/>
                <a:latin typeface="Pretendard"/>
              </a:rPr>
              <a:t>박찬양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Pretendard"/>
              </a:rPr>
              <a:t> 정민규 </a:t>
            </a:r>
            <a:br>
              <a:rPr lang="ko-KR" altLang="en-US" dirty="0"/>
            </a:br>
            <a:r>
              <a:rPr lang="en-US" altLang="ko-KR" i="0" dirty="0">
                <a:solidFill>
                  <a:srgbClr val="000000"/>
                </a:solidFill>
                <a:effectLst/>
                <a:latin typeface="Pretendard"/>
              </a:rPr>
              <a:t>2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Pretendard"/>
              </a:rPr>
              <a:t>조</a:t>
            </a:r>
            <a:r>
              <a:rPr lang="en-US" altLang="ko-KR" i="0" dirty="0">
                <a:solidFill>
                  <a:srgbClr val="000000"/>
                </a:solidFill>
                <a:effectLst/>
                <a:latin typeface="Pretendard"/>
              </a:rPr>
              <a:t>(4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Pretendard"/>
              </a:rPr>
              <a:t>명</a:t>
            </a:r>
            <a:r>
              <a:rPr lang="en-US" altLang="ko-KR" i="0" dirty="0">
                <a:solidFill>
                  <a:srgbClr val="000000"/>
                </a:solidFill>
                <a:effectLst/>
                <a:latin typeface="Pretendard"/>
              </a:rPr>
              <a:t>) </a:t>
            </a:r>
            <a:r>
              <a:rPr lang="ko-KR" altLang="en-US" b="1" i="0" dirty="0" err="1">
                <a:solidFill>
                  <a:srgbClr val="000000"/>
                </a:solidFill>
                <a:effectLst/>
                <a:latin typeface="Pretendard"/>
              </a:rPr>
              <a:t>사진혁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Pretendard"/>
              </a:rPr>
              <a:t> 조수연 변은지 </a:t>
            </a:r>
            <a:r>
              <a:rPr lang="ko-KR" altLang="en-US" i="0" dirty="0" err="1">
                <a:solidFill>
                  <a:srgbClr val="000000"/>
                </a:solidFill>
                <a:effectLst/>
                <a:latin typeface="Pretendard"/>
              </a:rPr>
              <a:t>장근혁</a:t>
            </a:r>
            <a:br>
              <a:rPr lang="ko-KR" altLang="en-US" dirty="0"/>
            </a:br>
            <a:r>
              <a:rPr lang="en-US" altLang="ko-KR" i="0" dirty="0">
                <a:solidFill>
                  <a:srgbClr val="000000"/>
                </a:solidFill>
                <a:effectLst/>
                <a:latin typeface="Pretendard"/>
              </a:rPr>
              <a:t>3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Pretendard"/>
              </a:rPr>
              <a:t>조</a:t>
            </a:r>
            <a:r>
              <a:rPr lang="en-US" altLang="ko-KR" i="0" dirty="0">
                <a:solidFill>
                  <a:srgbClr val="000000"/>
                </a:solidFill>
                <a:effectLst/>
                <a:latin typeface="Pretendard"/>
              </a:rPr>
              <a:t>(3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Pretendard"/>
              </a:rPr>
              <a:t>명</a:t>
            </a:r>
            <a:r>
              <a:rPr lang="en-US" altLang="ko-KR" i="0" dirty="0">
                <a:solidFill>
                  <a:srgbClr val="000000"/>
                </a:solidFill>
                <a:effectLst/>
                <a:latin typeface="Pretendard"/>
              </a:rPr>
              <a:t>) 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Pretendard"/>
              </a:rPr>
              <a:t>황진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Pretendard"/>
              </a:rPr>
              <a:t> 김정훈  </a:t>
            </a:r>
            <a:r>
              <a:rPr lang="ko-KR" altLang="en-US" i="0" dirty="0" err="1">
                <a:solidFill>
                  <a:srgbClr val="000000"/>
                </a:solidFill>
                <a:effectLst/>
                <a:latin typeface="Pretendard"/>
              </a:rPr>
              <a:t>이휘주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Pretendard"/>
              </a:rPr>
              <a:t> </a:t>
            </a:r>
            <a:br>
              <a:rPr lang="ko-KR" altLang="en-US" dirty="0"/>
            </a:br>
            <a:r>
              <a:rPr lang="en-US" altLang="ko-KR" i="0" dirty="0">
                <a:solidFill>
                  <a:srgbClr val="000000"/>
                </a:solidFill>
                <a:effectLst/>
                <a:latin typeface="Pretendard"/>
              </a:rPr>
              <a:t>4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Pretendard"/>
              </a:rPr>
              <a:t>조</a:t>
            </a:r>
            <a:r>
              <a:rPr lang="en-US" altLang="ko-KR" i="0" dirty="0">
                <a:solidFill>
                  <a:srgbClr val="000000"/>
                </a:solidFill>
                <a:effectLst/>
                <a:latin typeface="Pretendard"/>
              </a:rPr>
              <a:t>(3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Pretendard"/>
              </a:rPr>
              <a:t>명</a:t>
            </a:r>
            <a:r>
              <a:rPr lang="en-US" altLang="ko-KR" i="0" dirty="0">
                <a:solidFill>
                  <a:srgbClr val="000000"/>
                </a:solidFill>
                <a:effectLst/>
                <a:latin typeface="Pretendard"/>
              </a:rPr>
              <a:t>) </a:t>
            </a:r>
            <a:r>
              <a:rPr lang="ko-KR" altLang="en-US" b="1" i="0" dirty="0" err="1">
                <a:solidFill>
                  <a:srgbClr val="000000"/>
                </a:solidFill>
                <a:effectLst/>
                <a:latin typeface="Pretendard"/>
              </a:rPr>
              <a:t>정아영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Pretendard"/>
              </a:rPr>
              <a:t> </a:t>
            </a:r>
            <a:r>
              <a:rPr lang="ko-KR" altLang="en-US" i="0" dirty="0" err="1">
                <a:solidFill>
                  <a:srgbClr val="000000"/>
                </a:solidFill>
                <a:effectLst/>
                <a:latin typeface="Pretendard"/>
              </a:rPr>
              <a:t>안치현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Pretendard"/>
              </a:rPr>
              <a:t> 이민아</a:t>
            </a:r>
            <a:br>
              <a:rPr lang="ko-KR" altLang="en-US" dirty="0"/>
            </a:br>
            <a:r>
              <a:rPr lang="en-US" altLang="ko-KR" i="0" dirty="0">
                <a:solidFill>
                  <a:srgbClr val="000000"/>
                </a:solidFill>
                <a:effectLst/>
                <a:latin typeface="Pretendard"/>
              </a:rPr>
              <a:t>5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Pretendard"/>
              </a:rPr>
              <a:t>조</a:t>
            </a:r>
            <a:r>
              <a:rPr lang="en-US" altLang="ko-KR" i="0" dirty="0">
                <a:solidFill>
                  <a:srgbClr val="000000"/>
                </a:solidFill>
                <a:effectLst/>
                <a:latin typeface="Pretendard"/>
              </a:rPr>
              <a:t>(3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Pretendard"/>
              </a:rPr>
              <a:t>명</a:t>
            </a:r>
            <a:r>
              <a:rPr lang="en-US" altLang="ko-KR" i="0" dirty="0">
                <a:solidFill>
                  <a:srgbClr val="000000"/>
                </a:solidFill>
                <a:effectLst/>
                <a:latin typeface="Pretendard"/>
              </a:rPr>
              <a:t>) 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Pretendard"/>
              </a:rPr>
              <a:t>서재석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Pretendard"/>
              </a:rPr>
              <a:t> </a:t>
            </a:r>
            <a:r>
              <a:rPr lang="ko-KR" altLang="en-US" i="0" dirty="0" err="1">
                <a:solidFill>
                  <a:srgbClr val="000000"/>
                </a:solidFill>
                <a:effectLst/>
                <a:latin typeface="Pretendard"/>
              </a:rPr>
              <a:t>장승기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Pretendard"/>
              </a:rPr>
              <a:t>  강준혁</a:t>
            </a:r>
            <a:br>
              <a:rPr lang="ko-KR" altLang="en-US" dirty="0"/>
            </a:br>
            <a:r>
              <a:rPr lang="en-US" altLang="ko-KR" i="0" dirty="0">
                <a:solidFill>
                  <a:srgbClr val="000000"/>
                </a:solidFill>
                <a:effectLst/>
                <a:latin typeface="Pretendard"/>
              </a:rPr>
              <a:t>6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Pretendard"/>
              </a:rPr>
              <a:t>조</a:t>
            </a:r>
            <a:r>
              <a:rPr lang="en-US" altLang="ko-KR" i="0" dirty="0">
                <a:solidFill>
                  <a:srgbClr val="000000"/>
                </a:solidFill>
                <a:effectLst/>
                <a:latin typeface="Pretendard"/>
              </a:rPr>
              <a:t>(3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Pretendard"/>
              </a:rPr>
              <a:t>명</a:t>
            </a:r>
            <a:r>
              <a:rPr lang="en-US" altLang="ko-KR" i="0" dirty="0">
                <a:solidFill>
                  <a:srgbClr val="000000"/>
                </a:solidFill>
                <a:effectLst/>
                <a:latin typeface="Pretendard"/>
              </a:rPr>
              <a:t>) 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Pretendard"/>
              </a:rPr>
              <a:t>강민수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Pretendard"/>
              </a:rPr>
              <a:t> </a:t>
            </a:r>
            <a:r>
              <a:rPr lang="ko-KR" altLang="en-US" i="0" dirty="0" err="1">
                <a:solidFill>
                  <a:srgbClr val="000000"/>
                </a:solidFill>
                <a:effectLst/>
                <a:latin typeface="Pretendard"/>
              </a:rPr>
              <a:t>소윤진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Pretendard"/>
              </a:rPr>
              <a:t> 유지원 </a:t>
            </a:r>
            <a:r>
              <a:rPr lang="ko-KR" altLang="en-US" i="0" dirty="0" err="1">
                <a:solidFill>
                  <a:srgbClr val="000000"/>
                </a:solidFill>
                <a:effectLst/>
                <a:latin typeface="Pretendard"/>
              </a:rPr>
              <a:t>문소영</a:t>
            </a:r>
            <a:br>
              <a:rPr lang="ko-KR" altLang="en-US" dirty="0"/>
            </a:br>
            <a:r>
              <a:rPr lang="en-US" altLang="ko-KR" i="0" dirty="0">
                <a:solidFill>
                  <a:srgbClr val="000000"/>
                </a:solidFill>
                <a:effectLst/>
                <a:latin typeface="Pretendard"/>
              </a:rPr>
              <a:t>7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Pretendard"/>
              </a:rPr>
              <a:t>조</a:t>
            </a:r>
            <a:r>
              <a:rPr lang="en-US" altLang="ko-KR" i="0" dirty="0">
                <a:solidFill>
                  <a:srgbClr val="000000"/>
                </a:solidFill>
                <a:effectLst/>
                <a:latin typeface="Pretendard"/>
              </a:rPr>
              <a:t>(4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Pretendard"/>
              </a:rPr>
              <a:t>명</a:t>
            </a:r>
            <a:r>
              <a:rPr lang="en-US" altLang="ko-KR" i="0" dirty="0">
                <a:solidFill>
                  <a:srgbClr val="000000"/>
                </a:solidFill>
                <a:effectLst/>
                <a:latin typeface="Pretendard"/>
              </a:rPr>
              <a:t>) 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Pretendard"/>
              </a:rPr>
              <a:t>김규리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Pretendard"/>
              </a:rPr>
              <a:t> </a:t>
            </a:r>
            <a:r>
              <a:rPr lang="ko-KR" altLang="en-US" i="0" dirty="0" err="1">
                <a:solidFill>
                  <a:srgbClr val="000000"/>
                </a:solidFill>
                <a:effectLst/>
                <a:latin typeface="Pretendard"/>
              </a:rPr>
              <a:t>김연웅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Pretendard"/>
              </a:rPr>
              <a:t> 김상훈 </a:t>
            </a:r>
            <a:r>
              <a:rPr lang="ko-KR" altLang="en-US" i="0" dirty="0" err="1">
                <a:solidFill>
                  <a:srgbClr val="000000"/>
                </a:solidFill>
                <a:effectLst/>
                <a:latin typeface="Pretendard"/>
              </a:rPr>
              <a:t>박유빈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8522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37"/>
    </mc:Choice>
    <mc:Fallback xmlns="">
      <p:transition spd="slow" advTm="19737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B729C-2857-DADC-E368-BCB32A1A9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98C5733-3BB1-AE9D-4400-0AB83F2A16B3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E167397-0154-02DF-DFE6-83E6A6967B0F}"/>
              </a:ext>
            </a:extLst>
          </p:cNvPr>
          <p:cNvSpPr/>
          <p:nvPr/>
        </p:nvSpPr>
        <p:spPr>
          <a:xfrm>
            <a:off x="229870" y="587112"/>
            <a:ext cx="7828280" cy="45719"/>
          </a:xfrm>
          <a:prstGeom prst="rect">
            <a:avLst/>
          </a:prstGeom>
          <a:solidFill>
            <a:srgbClr val="0054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4AC30B9-C651-2C39-284D-71BC7757E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4EA4A5-97F4-0777-3B18-0EA138DAEFF8}"/>
              </a:ext>
            </a:extLst>
          </p:cNvPr>
          <p:cNvSpPr txBox="1"/>
          <p:nvPr/>
        </p:nvSpPr>
        <p:spPr>
          <a:xfrm>
            <a:off x="229870" y="1564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AI Project I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3E23D8-AA7D-D5E0-A031-A7E9EC610DF9}"/>
              </a:ext>
            </a:extLst>
          </p:cNvPr>
          <p:cNvSpPr txBox="1"/>
          <p:nvPr/>
        </p:nvSpPr>
        <p:spPr>
          <a:xfrm>
            <a:off x="525101" y="832919"/>
            <a:ext cx="3114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주차 </a:t>
            </a:r>
            <a:r>
              <a:rPr lang="en-US" altLang="ko-KR" dirty="0"/>
              <a:t>– </a:t>
            </a:r>
            <a:r>
              <a:rPr lang="ko-KR" altLang="en-US" dirty="0"/>
              <a:t>팀별 </a:t>
            </a:r>
            <a:r>
              <a:rPr lang="en-US" altLang="ko-KR" dirty="0"/>
              <a:t>- </a:t>
            </a:r>
            <a:r>
              <a:rPr lang="ko-KR" altLang="en-US" dirty="0" err="1"/>
              <a:t>활동표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FD97681-844B-7810-7ADA-52A19C7C5CF5}"/>
              </a:ext>
            </a:extLst>
          </p:cNvPr>
          <p:cNvGraphicFramePr>
            <a:graphicFrameLocks noGrp="1"/>
          </p:cNvGraphicFramePr>
          <p:nvPr/>
        </p:nvGraphicFramePr>
        <p:xfrm>
          <a:off x="773569" y="1471104"/>
          <a:ext cx="10404375" cy="2494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82">
                  <a:extLst>
                    <a:ext uri="{9D8B030D-6E8A-4147-A177-3AD203B41FA5}">
                      <a16:colId xmlns:a16="http://schemas.microsoft.com/office/drawing/2014/main" val="2385784734"/>
                    </a:ext>
                  </a:extLst>
                </a:gridCol>
                <a:gridCol w="1176951">
                  <a:extLst>
                    <a:ext uri="{9D8B030D-6E8A-4147-A177-3AD203B41FA5}">
                      <a16:colId xmlns:a16="http://schemas.microsoft.com/office/drawing/2014/main" val="2531433016"/>
                    </a:ext>
                  </a:extLst>
                </a:gridCol>
                <a:gridCol w="3548958">
                  <a:extLst>
                    <a:ext uri="{9D8B030D-6E8A-4147-A177-3AD203B41FA5}">
                      <a16:colId xmlns:a16="http://schemas.microsoft.com/office/drawing/2014/main" val="812988551"/>
                    </a:ext>
                  </a:extLst>
                </a:gridCol>
                <a:gridCol w="1195058">
                  <a:extLst>
                    <a:ext uri="{9D8B030D-6E8A-4147-A177-3AD203B41FA5}">
                      <a16:colId xmlns:a16="http://schemas.microsoft.com/office/drawing/2014/main" val="2290352688"/>
                    </a:ext>
                  </a:extLst>
                </a:gridCol>
                <a:gridCol w="1474051">
                  <a:extLst>
                    <a:ext uri="{9D8B030D-6E8A-4147-A177-3AD203B41FA5}">
                      <a16:colId xmlns:a16="http://schemas.microsoft.com/office/drawing/2014/main" val="3498014087"/>
                    </a:ext>
                  </a:extLst>
                </a:gridCol>
                <a:gridCol w="2080875">
                  <a:extLst>
                    <a:ext uri="{9D8B030D-6E8A-4147-A177-3AD203B41FA5}">
                      <a16:colId xmlns:a16="http://schemas.microsoft.com/office/drawing/2014/main" val="725980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담당업무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난이도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수행여부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503419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김</a:t>
                      </a:r>
                      <a:r>
                        <a:rPr lang="en-US" altLang="ko-KR" dirty="0" err="1"/>
                        <a:t>oo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모델 구조 설계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04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김</a:t>
                      </a:r>
                      <a:r>
                        <a:rPr lang="en-US" altLang="ko-KR" dirty="0"/>
                        <a:t>xx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모델 학습 코드 작성 및 보완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14325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김</a:t>
                      </a:r>
                      <a:r>
                        <a:rPr lang="en-US" altLang="ko-KR" dirty="0"/>
                        <a:t>ee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 시각화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2140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박</a:t>
                      </a:r>
                      <a:r>
                        <a:rPr lang="en-US" altLang="ko-KR" dirty="0" err="1"/>
                        <a:t>oo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 </a:t>
                      </a:r>
                      <a:r>
                        <a:rPr lang="ko-KR" altLang="en-US" dirty="0" err="1"/>
                        <a:t>전처리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△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31799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</a:t>
                      </a:r>
                      <a:r>
                        <a:rPr lang="en-US" altLang="ko-KR" dirty="0" err="1"/>
                        <a:t>oo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활용방안 </a:t>
                      </a:r>
                      <a:r>
                        <a:rPr lang="en-US" altLang="ko-KR" dirty="0"/>
                        <a:t>&amp; </a:t>
                      </a:r>
                      <a:r>
                        <a:rPr lang="ko-KR" altLang="en-US" dirty="0"/>
                        <a:t>참고논문 조사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조사 완료 후 팀원간 공유 완료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51179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12D7ED4-AFB5-A8A1-8CB5-EFD8F0C5AC3B}"/>
              </a:ext>
            </a:extLst>
          </p:cNvPr>
          <p:cNvSpPr txBox="1"/>
          <p:nvPr/>
        </p:nvSpPr>
        <p:spPr>
          <a:xfrm>
            <a:off x="773569" y="4173647"/>
            <a:ext cx="102997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매주 총 </a:t>
            </a:r>
            <a:r>
              <a:rPr lang="en-US" altLang="ko-KR" dirty="0"/>
              <a:t>20</a:t>
            </a:r>
            <a:r>
              <a:rPr lang="ko-KR" altLang="en-US" dirty="0"/>
              <a:t>점 내에서 팀원간 분배하여 부여</a:t>
            </a:r>
            <a:br>
              <a:rPr lang="en-US" altLang="ko-KR" dirty="0"/>
            </a:br>
            <a:r>
              <a:rPr lang="en-US" altLang="ko-KR" dirty="0"/>
              <a:t>(3</a:t>
            </a:r>
            <a:r>
              <a:rPr lang="ko-KR" altLang="en-US" dirty="0"/>
              <a:t>명인 팀은 </a:t>
            </a:r>
            <a:r>
              <a:rPr lang="en-US" altLang="ko-KR" dirty="0"/>
              <a:t>15</a:t>
            </a:r>
            <a:r>
              <a:rPr lang="ko-KR" altLang="en-US" dirty="0"/>
              <a:t>점내에서 </a:t>
            </a:r>
            <a:r>
              <a:rPr lang="ko-KR" altLang="en-US" dirty="0" err="1"/>
              <a:t>탬원간</a:t>
            </a:r>
            <a:r>
              <a:rPr lang="ko-KR" altLang="en-US" dirty="0"/>
              <a:t> 분배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Ex) 4</a:t>
            </a:r>
            <a:r>
              <a:rPr lang="ko-KR" altLang="en-US" dirty="0"/>
              <a:t>명인 팀</a:t>
            </a:r>
            <a:endParaRPr lang="en-US" altLang="ko-KR" dirty="0"/>
          </a:p>
          <a:p>
            <a:r>
              <a:rPr lang="en-US" altLang="ko-KR" dirty="0"/>
              <a:t>A </a:t>
            </a:r>
            <a:r>
              <a:rPr lang="ko-KR" altLang="en-US" dirty="0"/>
              <a:t>팀원 </a:t>
            </a:r>
            <a:r>
              <a:rPr lang="en-US" altLang="ko-KR" dirty="0"/>
              <a:t>: </a:t>
            </a:r>
            <a:r>
              <a:rPr lang="ko-KR" altLang="en-US" dirty="0"/>
              <a:t>높은 난이도</a:t>
            </a:r>
            <a:r>
              <a:rPr lang="en-US" altLang="ko-KR" dirty="0"/>
              <a:t>(3)</a:t>
            </a:r>
            <a:r>
              <a:rPr lang="ko-KR" altLang="en-US" dirty="0"/>
              <a:t>의 담당 업무를 일부 수행</a:t>
            </a:r>
            <a:r>
              <a:rPr lang="en-US" altLang="ko-KR" dirty="0"/>
              <a:t>(30%)</a:t>
            </a:r>
            <a:r>
              <a:rPr lang="ko-KR" altLang="en-US" dirty="0"/>
              <a:t> 완료 </a:t>
            </a:r>
            <a:r>
              <a:rPr lang="en-US" altLang="ko-KR" dirty="0">
                <a:sym typeface="Wingdings" panose="05000000000000000000" pitchFamily="2" charset="2"/>
              </a:rPr>
              <a:t> 4</a:t>
            </a:r>
            <a:r>
              <a:rPr lang="ko-KR" altLang="en-US" dirty="0">
                <a:sym typeface="Wingdings" panose="05000000000000000000" pitchFamily="2" charset="2"/>
              </a:rPr>
              <a:t>점</a:t>
            </a:r>
            <a:endParaRPr lang="en-US" altLang="ko-KR" dirty="0"/>
          </a:p>
          <a:p>
            <a:r>
              <a:rPr lang="en-US" altLang="ko-KR" dirty="0"/>
              <a:t>B </a:t>
            </a:r>
            <a:r>
              <a:rPr lang="ko-KR" altLang="en-US" dirty="0"/>
              <a:t>팀원 </a:t>
            </a:r>
            <a:r>
              <a:rPr lang="en-US" altLang="ko-KR" dirty="0"/>
              <a:t>: </a:t>
            </a:r>
            <a:r>
              <a:rPr lang="ko-KR" altLang="en-US" dirty="0"/>
              <a:t>중간 난이도</a:t>
            </a:r>
            <a:r>
              <a:rPr lang="en-US" altLang="ko-KR" dirty="0"/>
              <a:t>(2)</a:t>
            </a:r>
            <a:r>
              <a:rPr lang="ko-KR" altLang="en-US" dirty="0"/>
              <a:t>의 담당 업무를 성실해 수행 완료</a:t>
            </a:r>
            <a:r>
              <a:rPr lang="en-US" altLang="ko-KR" dirty="0"/>
              <a:t>(100%)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6</a:t>
            </a:r>
            <a:r>
              <a:rPr lang="ko-KR" altLang="en-US" dirty="0">
                <a:sym typeface="Wingdings" panose="05000000000000000000" pitchFamily="2" charset="2"/>
              </a:rPr>
              <a:t>점</a:t>
            </a:r>
            <a:endParaRPr lang="en-US" altLang="ko-KR" dirty="0"/>
          </a:p>
          <a:p>
            <a:r>
              <a:rPr lang="en-US" altLang="ko-KR" dirty="0"/>
              <a:t>C </a:t>
            </a:r>
            <a:r>
              <a:rPr lang="ko-KR" altLang="en-US" dirty="0"/>
              <a:t>팀원 </a:t>
            </a:r>
            <a:r>
              <a:rPr lang="en-US" altLang="ko-KR" dirty="0"/>
              <a:t>: </a:t>
            </a:r>
            <a:r>
              <a:rPr lang="ko-KR" altLang="en-US" dirty="0"/>
              <a:t>미수행 </a:t>
            </a:r>
            <a:r>
              <a:rPr lang="en-US" altLang="ko-KR" dirty="0">
                <a:sym typeface="Wingdings" panose="05000000000000000000" pitchFamily="2" charset="2"/>
              </a:rPr>
              <a:t> 0</a:t>
            </a:r>
            <a:r>
              <a:rPr lang="ko-KR" altLang="en-US" dirty="0">
                <a:sym typeface="Wingdings" panose="05000000000000000000" pitchFamily="2" charset="2"/>
              </a:rPr>
              <a:t>점</a:t>
            </a:r>
            <a:endParaRPr lang="en-US" altLang="ko-KR" dirty="0"/>
          </a:p>
          <a:p>
            <a:r>
              <a:rPr lang="en-US" altLang="ko-KR" dirty="0"/>
              <a:t>D </a:t>
            </a:r>
            <a:r>
              <a:rPr lang="ko-KR" altLang="en-US" dirty="0"/>
              <a:t>팀원 </a:t>
            </a:r>
            <a:r>
              <a:rPr lang="en-US" altLang="ko-KR" dirty="0"/>
              <a:t>: </a:t>
            </a:r>
            <a:r>
              <a:rPr lang="ko-KR" altLang="en-US" dirty="0"/>
              <a:t>중간 난이도</a:t>
            </a:r>
            <a:r>
              <a:rPr lang="en-US" altLang="ko-KR" dirty="0"/>
              <a:t>(2)</a:t>
            </a:r>
            <a:r>
              <a:rPr lang="ko-KR" altLang="en-US" dirty="0"/>
              <a:t>의 담당 업무를 일부 수행</a:t>
            </a:r>
            <a:r>
              <a:rPr lang="en-US" altLang="ko-KR" dirty="0"/>
              <a:t>(70%)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4</a:t>
            </a:r>
            <a:r>
              <a:rPr lang="ko-KR" altLang="en-US" dirty="0">
                <a:sym typeface="Wingdings" panose="05000000000000000000" pitchFamily="2" charset="2"/>
              </a:rPr>
              <a:t>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321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37"/>
    </mc:Choice>
    <mc:Fallback xmlns="">
      <p:transition spd="slow" advTm="19737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04A4D-97E0-DA12-B30A-377D5AE8C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AC1B918-8FF1-D256-0A18-46917F5DD352}"/>
              </a:ext>
            </a:extLst>
          </p:cNvPr>
          <p:cNvSpPr/>
          <p:nvPr/>
        </p:nvSpPr>
        <p:spPr>
          <a:xfrm>
            <a:off x="444500" y="697128"/>
            <a:ext cx="11277600" cy="576717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AB49EBC-2D04-01C8-DE9F-1B5ECC6700F2}"/>
              </a:ext>
            </a:extLst>
          </p:cNvPr>
          <p:cNvSpPr/>
          <p:nvPr/>
        </p:nvSpPr>
        <p:spPr>
          <a:xfrm>
            <a:off x="229870" y="587112"/>
            <a:ext cx="7828280" cy="45719"/>
          </a:xfrm>
          <a:prstGeom prst="rect">
            <a:avLst/>
          </a:prstGeom>
          <a:solidFill>
            <a:srgbClr val="0054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D71E264-7F93-1732-71B9-0BF456FDB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7943" y="74511"/>
            <a:ext cx="974730" cy="56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599957-9C7F-FCF2-A854-78CAC0672FEB}"/>
              </a:ext>
            </a:extLst>
          </p:cNvPr>
          <p:cNvSpPr txBox="1"/>
          <p:nvPr/>
        </p:nvSpPr>
        <p:spPr>
          <a:xfrm>
            <a:off x="229870" y="1564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AI Project I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E8A116-7C09-7518-8D73-67633628F334}"/>
              </a:ext>
            </a:extLst>
          </p:cNvPr>
          <p:cNvSpPr txBox="1"/>
          <p:nvPr/>
        </p:nvSpPr>
        <p:spPr>
          <a:xfrm>
            <a:off x="574393" y="1050201"/>
            <a:ext cx="1029975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팀장에게</a:t>
            </a:r>
            <a:r>
              <a:rPr lang="en-US" altLang="ko-KR" b="1" dirty="0"/>
              <a:t>..</a:t>
            </a:r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팀원간 일정 조율 역할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금요일까지</a:t>
            </a:r>
            <a:r>
              <a:rPr lang="en-US" altLang="ko-KR" dirty="0"/>
              <a:t> LMS</a:t>
            </a:r>
            <a:r>
              <a:rPr lang="ko-KR" altLang="en-US" dirty="0"/>
              <a:t>에 팀 </a:t>
            </a:r>
            <a:r>
              <a:rPr lang="ko-KR" altLang="en-US" dirty="0" err="1"/>
              <a:t>활동표</a:t>
            </a:r>
            <a:r>
              <a:rPr lang="ko-KR" altLang="en-US" dirty="0"/>
              <a:t> 제출 및 활동 내역 제출</a:t>
            </a:r>
            <a:br>
              <a:rPr lang="en-US" altLang="ko-KR" dirty="0"/>
            </a:br>
            <a:endParaRPr lang="en-US" altLang="ko-KR" dirty="0"/>
          </a:p>
          <a:p>
            <a:r>
              <a:rPr lang="ko-KR" altLang="en-US" b="1" dirty="0"/>
              <a:t>팀원에게</a:t>
            </a:r>
            <a:r>
              <a:rPr lang="en-US" altLang="ko-KR" b="1" dirty="0"/>
              <a:t>..</a:t>
            </a:r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매주 자신의 역할을 명확히 인지하고 역할 수행</a:t>
            </a:r>
            <a:r>
              <a:rPr lang="en-US" altLang="ko-KR" dirty="0"/>
              <a:t>(</a:t>
            </a:r>
            <a:r>
              <a:rPr lang="ko-KR" altLang="en-US" dirty="0"/>
              <a:t>팀장 포함</a:t>
            </a:r>
            <a:r>
              <a:rPr lang="en-US" altLang="ko-KR" dirty="0"/>
              <a:t>)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4995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37"/>
    </mc:Choice>
    <mc:Fallback xmlns="">
      <p:transition spd="slow" advTm="19737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5080</TotalTime>
  <Words>413</Words>
  <Application>Microsoft Office PowerPoint</Application>
  <PresentationFormat>와이드스크린</PresentationFormat>
  <Paragraphs>94</Paragraphs>
  <Slides>7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Pretendard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준화 김</dc:creator>
  <cp:lastModifiedBy>kimjunhwa</cp:lastModifiedBy>
  <cp:revision>77</cp:revision>
  <dcterms:created xsi:type="dcterms:W3CDTF">2024-03-11T15:16:27Z</dcterms:created>
  <dcterms:modified xsi:type="dcterms:W3CDTF">2025-05-05T04:59:46Z</dcterms:modified>
</cp:coreProperties>
</file>