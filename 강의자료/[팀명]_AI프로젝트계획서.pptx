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418" r:id="rId2"/>
    <p:sldId id="417" r:id="rId3"/>
    <p:sldId id="419" r:id="rId4"/>
    <p:sldId id="420" r:id="rId5"/>
    <p:sldId id="421" r:id="rId6"/>
    <p:sldId id="422" r:id="rId7"/>
    <p:sldId id="415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5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44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3FF19-6153-4803-AEAA-92DB09FA1058}" type="datetimeFigureOut">
              <a:rPr lang="ko-KR" altLang="en-US" smtClean="0"/>
              <a:t>2025-05-04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58C66-F80E-4C04-86F7-EAC1281E66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935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C45E0-0153-2131-9D7D-FB8F971C3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6AD7943-0097-A7F8-B378-5DDB2BF7B4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0EEA17-A597-DB60-AD73-7AA134F2A1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1D0734-D7A5-0651-E8FF-D7D6637D91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60C404-73CB-458F-89F9-FD0953AD4E4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8699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FC416-ECE9-FE79-8929-3EC486A31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4B053C-D969-F3C7-727D-C5EAF0B036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B26585-8CA7-83FE-FBA1-C0F69C1D1A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35B65F-6AD9-E320-D59D-E0B4C1102E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60C404-73CB-458F-89F9-FD0953AD4E4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3051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297BF-1493-A22F-96A9-31F686ADC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D09EBDE-66F7-636A-BB93-2F0EB9DE44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5203A0-3ADE-FDDE-B79D-1E9D2EEC4D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8A3BF8-7B24-543D-AD38-B4E43913C7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60C404-73CB-458F-89F9-FD0953AD4E4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51599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96BEC-5A98-461C-A46C-037C0146F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EEE2E51-5B54-86A5-67CC-70C6930C96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2F48F7A-6DD7-E4CE-0440-D5A99BB9FC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8026C3-7D63-3DED-FC33-9C750FF4D4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60C404-73CB-458F-89F9-FD0953AD4E4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79154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F98CA-EE50-D936-4842-3CE775276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800075-6DE4-7FAE-3A6B-A4C77C20E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D95643B-951A-11D7-0B40-B51CE56F33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BC495B-6E01-A416-CEF5-94E69A5E9B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60C404-73CB-458F-89F9-FD0953AD4E4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49158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18C25-F4F2-B9D1-81BB-75BB180C7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40A122-6194-2C1C-FBD0-CB9EEEB485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8D5373-9732-57AD-8656-9869C2B757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0A8428-7F37-AFFF-5B45-A07B324129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60C404-73CB-458F-89F9-FD0953AD4E4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410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9A4800-DD02-6E7B-8A7C-9BDD71FB9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68364B1-14E9-603F-1EF2-457C7DE3B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A109BB-E211-9414-93F2-072D59D90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8572-77AE-4C02-BF52-A76B4A708A6A}" type="datetimeFigureOut">
              <a:rPr lang="ko-KR" altLang="en-US" smtClean="0"/>
              <a:t>2025-05-04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78E8E3-BC1F-9B1C-6118-06731DFF5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38698A-750C-BD4B-87D9-E7DB2EB56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D5F4-48CB-4D7D-A4B1-9F813B645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1763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1CF7A6-433C-7E55-23B6-F9EB39309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8DD3CE-F4A1-C013-352A-1E403ED49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17EA3E-FBBD-089E-9FD9-F7D01C7BC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8572-77AE-4C02-BF52-A76B4A708A6A}" type="datetimeFigureOut">
              <a:rPr lang="ko-KR" altLang="en-US" smtClean="0"/>
              <a:t>2025-05-04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495C55-A602-802C-44F6-75D72489E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475987-964D-9652-1AA0-D6135735E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D5F4-48CB-4D7D-A4B1-9F813B645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735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9BC94F-0F85-801E-9243-659B7C245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603926-486E-B9F8-1AA5-445F9BE9D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335479-0711-BAB0-FB0A-AFB4CF30E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8572-77AE-4C02-BF52-A76B4A708A6A}" type="datetimeFigureOut">
              <a:rPr lang="ko-KR" altLang="en-US" smtClean="0"/>
              <a:t>2025-05-04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2888B8-1682-F019-6513-99059AA0A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E22436-2CC6-3CD2-9530-DA5ED5BDF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D5F4-48CB-4D7D-A4B1-9F813B645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911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34564C-761E-A749-FAD5-54E573ECC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3FDE98-9CFD-BF13-954F-48CC60FA88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51251E-6F81-30DB-7716-C5633F9805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28F327-2B9A-4730-2226-66CCE13F0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8572-77AE-4C02-BF52-A76B4A708A6A}" type="datetimeFigureOut">
              <a:rPr lang="ko-KR" altLang="en-US" smtClean="0"/>
              <a:t>2025-05-04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59A1363-CFFF-01C4-28CB-9EFCBFAF7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09E617-675C-8FA6-8CD7-283DFF7C3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D5F4-48CB-4D7D-A4B1-9F813B645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8847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7F320B-C984-39AF-F77B-98C74299D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1A525F-DD92-B7D0-B3DE-D88D01DFF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F456B40-A9F9-AB5D-3499-00AFA27814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DCCF7CB-3235-12F5-3B9D-7721CE005B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79F2C95-8FE8-1B38-C30A-3C143451CA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9FBC41A-F963-9423-5F47-A4CF4679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8572-77AE-4C02-BF52-A76B4A708A6A}" type="datetimeFigureOut">
              <a:rPr lang="ko-KR" altLang="en-US" smtClean="0"/>
              <a:t>2025-05-04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C15004D-DA63-9E0E-6C1C-8BF08627D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36CEEB1-3C15-317B-9169-0F112EF52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D5F4-48CB-4D7D-A4B1-9F813B645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208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00E7D8-1625-494D-68FC-BC54DFD88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83DC3D-825F-41C0-065C-C11185B4E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8572-77AE-4C02-BF52-A76B4A708A6A}" type="datetimeFigureOut">
              <a:rPr lang="ko-KR" altLang="en-US" smtClean="0"/>
              <a:t>2025-05-04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A91E512-9A8E-84DA-82FC-C22226FB4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84C8D18-FD64-62CF-A27F-8407DF3D6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D5F4-48CB-4D7D-A4B1-9F813B645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2427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01F49A0-869F-7536-84A9-28E02CE57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8572-77AE-4C02-BF52-A76B4A708A6A}" type="datetimeFigureOut">
              <a:rPr lang="ko-KR" altLang="en-US" smtClean="0"/>
              <a:t>2025-05-04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ACDA127-7AA6-FEF5-AD27-3E6078700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4FC0CA-F016-45E6-44AC-4A31E6D41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D5F4-48CB-4D7D-A4B1-9F813B645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9392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05A93-2F3B-F3C2-54BD-47CF155A9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227AEE-4796-38C6-5A85-A5721FE2B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3508BB-2D01-E468-3874-D0A4A8925F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43B218-4789-D3B0-4E41-54C021EAD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8572-77AE-4C02-BF52-A76B4A708A6A}" type="datetimeFigureOut">
              <a:rPr lang="ko-KR" altLang="en-US" smtClean="0"/>
              <a:t>2025-05-04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A42A59-6117-203C-4BAB-F1485DCB5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D46EF8-4760-E503-1189-A4230DFFC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D5F4-48CB-4D7D-A4B1-9F813B645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4136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7308B0-3489-93FC-9855-778C7DFCB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45F1171-6E01-16F1-231C-630661B2CB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7F98EF-2A9C-74E5-C9F2-B48ED4B6F5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113193-C89E-6BF7-C3A2-E44AFD4AC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8572-77AE-4C02-BF52-A76B4A708A6A}" type="datetimeFigureOut">
              <a:rPr lang="ko-KR" altLang="en-US" smtClean="0"/>
              <a:t>2025-05-04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1E6A02-93BA-FD55-2228-56E44503E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503C83-055E-0E9A-A72B-62A606133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D5F4-48CB-4D7D-A4B1-9F813B645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5160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8983DB-ED88-89E9-6B3F-01C9D7AF4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6E32A6-EF9B-1BFC-2A0E-8FA180A81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D26939-2DF8-EE0D-935D-3B233B49A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8572-77AE-4C02-BF52-A76B4A708A6A}" type="datetimeFigureOut">
              <a:rPr lang="ko-KR" altLang="en-US" smtClean="0"/>
              <a:t>2025-05-04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53E28B-193F-DC9F-D923-A38149C13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DE14C5-D674-E80D-8250-3299EA022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D5F4-48CB-4D7D-A4B1-9F813B645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765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1328176-4CF5-4DBA-C166-C0C138B6C9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EE600DE-9D79-7994-F9A9-8B653AF0BF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07D331-A157-C736-01C0-1E086433A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8572-77AE-4C02-BF52-A76B4A708A6A}" type="datetimeFigureOut">
              <a:rPr lang="ko-KR" altLang="en-US" smtClean="0"/>
              <a:t>2025-05-04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DFD029-DFFE-6BA3-F874-5D0164D0B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89C2C5-0FB5-8627-ABD6-1E0922014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D5F4-48CB-4D7D-A4B1-9F813B645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99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20856AD-C018-28DB-C1EC-E89BD3E72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7A8A5B-4138-D285-6ABE-FF8DD5D36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58EDBE-AABD-3697-E03B-3720B15F2B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0F8572-77AE-4C02-BF52-A76B4A708A6A}" type="datetimeFigureOut">
              <a:rPr lang="ko-KR" altLang="en-US" smtClean="0"/>
              <a:t>2025-05-04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8F246A-9BF0-D53E-B4A2-5835EF87A7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5FD284-262D-AE25-3A46-DD14B8DB94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EDD5F4-48CB-4D7D-A4B1-9F813B645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461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1EAC4-EB92-FE56-AE91-54A088978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2662035-D2AC-E5B1-F8A0-6D3B032E0B01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B743A39-6F7E-0BBF-ADFF-F6DA646AC37E}"/>
              </a:ext>
            </a:extLst>
          </p:cNvPr>
          <p:cNvSpPr/>
          <p:nvPr/>
        </p:nvSpPr>
        <p:spPr>
          <a:xfrm flipV="1">
            <a:off x="1288904" y="2558267"/>
            <a:ext cx="9836296" cy="45719"/>
          </a:xfrm>
          <a:prstGeom prst="rect">
            <a:avLst/>
          </a:prstGeom>
          <a:solidFill>
            <a:srgbClr val="00694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DBAA6C-433D-2E96-4EC0-4C1E2AC7FED7}"/>
              </a:ext>
            </a:extLst>
          </p:cNvPr>
          <p:cNvSpPr txBox="1"/>
          <p:nvPr/>
        </p:nvSpPr>
        <p:spPr>
          <a:xfrm>
            <a:off x="8624226" y="4790073"/>
            <a:ext cx="23456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 err="1"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팀명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  <a:cs typeface="ADLaM Display" panose="020F0502020204030204" pitchFamily="2" charset="0"/>
            </a:endParaRPr>
          </a:p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팀원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1,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팀원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2, …..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2B3406E-ED33-B3A1-1D16-BE5B446B9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F463C1-40E8-F558-E1F7-6A2FC635FBB4}"/>
              </a:ext>
            </a:extLst>
          </p:cNvPr>
          <p:cNvSpPr txBox="1"/>
          <p:nvPr/>
        </p:nvSpPr>
        <p:spPr>
          <a:xfrm>
            <a:off x="4793705" y="1864242"/>
            <a:ext cx="28266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/>
              <a:t>프로젝트 이름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397481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20A3E-B3A6-EDAA-BBAC-834C663D0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4665971-8AA2-9BE8-F62D-9E78B10B0CD1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31A4E0A-6901-27DA-8F07-5BC7C94B3502}"/>
              </a:ext>
            </a:extLst>
          </p:cNvPr>
          <p:cNvSpPr/>
          <p:nvPr/>
        </p:nvSpPr>
        <p:spPr>
          <a:xfrm>
            <a:off x="229870" y="587112"/>
            <a:ext cx="7828280" cy="45719"/>
          </a:xfrm>
          <a:prstGeom prst="rect">
            <a:avLst/>
          </a:prstGeom>
          <a:solidFill>
            <a:srgbClr val="0054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9815392-9A45-0C22-CC12-F8733F655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4A19F7-60A8-B050-1AE7-DA4471E25DE8}"/>
              </a:ext>
            </a:extLst>
          </p:cNvPr>
          <p:cNvSpPr txBox="1"/>
          <p:nvPr/>
        </p:nvSpPr>
        <p:spPr>
          <a:xfrm>
            <a:off x="733331" y="923453"/>
            <a:ext cx="1019420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프로젝트 제목 및 팀 정보</a:t>
            </a:r>
            <a:endParaRPr lang="en-US" altLang="ko-KR" b="1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팀명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팀원 이름 및 역할 분담 기재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팀장 표시</a:t>
            </a:r>
            <a:br>
              <a:rPr lang="en-US" altLang="ko-KR" dirty="0"/>
            </a:br>
            <a:endParaRPr lang="en-US" altLang="ko-KR" dirty="0"/>
          </a:p>
          <a:p>
            <a:r>
              <a:rPr lang="ko-KR" altLang="en-US" dirty="0"/>
              <a:t>주제 선정 배경 및 필요성</a:t>
            </a:r>
            <a:endParaRPr lang="en-US" altLang="ko-KR" b="1" dirty="0">
              <a:solidFill>
                <a:srgbClr val="FF0000"/>
              </a:solidFill>
            </a:endParaRPr>
          </a:p>
          <a:p>
            <a:endParaRPr lang="en-US" altLang="ko-KR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이전에 작성했던 보고서의 내용 가져오거나 정리</a:t>
            </a:r>
            <a:br>
              <a:rPr lang="en-US" altLang="ko-KR" b="1" dirty="0"/>
            </a:br>
            <a:endParaRPr lang="en-US" altLang="ko-KR" b="1" dirty="0"/>
          </a:p>
          <a:p>
            <a:r>
              <a:rPr lang="ko-KR" altLang="en-US" dirty="0"/>
              <a:t>목표 및 기대 성과</a:t>
            </a:r>
            <a:endParaRPr lang="en-US" altLang="ko-KR" b="1" dirty="0">
              <a:solidFill>
                <a:srgbClr val="FF0000"/>
              </a:solidFill>
            </a:endParaRPr>
          </a:p>
          <a:p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이전에 </a:t>
            </a:r>
            <a:r>
              <a:rPr lang="ko-KR" altLang="en-US" dirty="0" err="1"/>
              <a:t>작성했떤</a:t>
            </a:r>
            <a:r>
              <a:rPr lang="ko-KR" altLang="en-US" dirty="0"/>
              <a:t> 보고서의 내용 가져오거나 정리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28896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737"/>
    </mc:Choice>
    <mc:Fallback xmlns="">
      <p:transition spd="slow" advTm="19737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1C206-A67A-699E-8E57-C9F63C99B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8F04B0F-7F71-D9A5-8247-8C02DC7A0B24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4E473CF-80D4-9033-43ED-A429BD9A57AF}"/>
              </a:ext>
            </a:extLst>
          </p:cNvPr>
          <p:cNvSpPr/>
          <p:nvPr/>
        </p:nvSpPr>
        <p:spPr>
          <a:xfrm>
            <a:off x="229870" y="587112"/>
            <a:ext cx="7828280" cy="45719"/>
          </a:xfrm>
          <a:prstGeom prst="rect">
            <a:avLst/>
          </a:prstGeom>
          <a:solidFill>
            <a:srgbClr val="0054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9C1DCF6-BF51-2C8A-F2FB-89B7B6865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20FB41-BC05-9AEA-7C96-AA80B566D845}"/>
              </a:ext>
            </a:extLst>
          </p:cNvPr>
          <p:cNvSpPr txBox="1"/>
          <p:nvPr/>
        </p:nvSpPr>
        <p:spPr>
          <a:xfrm>
            <a:off x="733331" y="923453"/>
            <a:ext cx="1019420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프로젝트 추진 계획</a:t>
            </a:r>
            <a:endParaRPr lang="en-US" altLang="ko-KR" b="1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전체 일정 개요</a:t>
            </a:r>
            <a:r>
              <a:rPr lang="en-US" altLang="ko-KR" dirty="0"/>
              <a:t>(</a:t>
            </a:r>
            <a:r>
              <a:rPr lang="ko-KR" altLang="en-US" dirty="0" err="1"/>
              <a:t>주차별</a:t>
            </a:r>
            <a:r>
              <a:rPr lang="ko-KR" altLang="en-US" dirty="0"/>
              <a:t> 목표</a:t>
            </a:r>
            <a:r>
              <a:rPr lang="en-US" altLang="ko-KR" dirty="0"/>
              <a:t>)</a:t>
            </a:r>
            <a:br>
              <a:rPr lang="en-US" altLang="ko-KR" dirty="0"/>
            </a:br>
            <a:endParaRPr lang="en-US" altLang="ko-KR" dirty="0"/>
          </a:p>
          <a:p>
            <a:r>
              <a:rPr lang="ko-KR" altLang="en-US" dirty="0"/>
              <a:t>과제 및 리스크</a:t>
            </a:r>
            <a:endParaRPr lang="en-US" altLang="ko-KR" b="1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과제 수행에 있어서 어려울 것 같은 내용 정리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팀에서 부족한 내용 또는 필요한 내용 정리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1892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737"/>
    </mc:Choice>
    <mc:Fallback xmlns="">
      <p:transition spd="slow" advTm="19737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7D98F-8315-4832-F870-D875581DD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448C69A-F4E9-140A-F1E4-6801C86DFE94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6A720EA-6E5A-54F9-4BB3-E5A471F9E803}"/>
              </a:ext>
            </a:extLst>
          </p:cNvPr>
          <p:cNvSpPr/>
          <p:nvPr/>
        </p:nvSpPr>
        <p:spPr>
          <a:xfrm>
            <a:off x="229870" y="587112"/>
            <a:ext cx="7828280" cy="45719"/>
          </a:xfrm>
          <a:prstGeom prst="rect">
            <a:avLst/>
          </a:prstGeom>
          <a:solidFill>
            <a:srgbClr val="0054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79F89FD-2005-4340-AD6B-4DC08C614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F31A253-AAC2-B6E8-E087-5CCAE25BC5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0571" y="1133320"/>
            <a:ext cx="8656666" cy="502755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4AF0D1D-098F-50FA-DBCC-3FC9389F970B}"/>
              </a:ext>
            </a:extLst>
          </p:cNvPr>
          <p:cNvSpPr txBox="1"/>
          <p:nvPr/>
        </p:nvSpPr>
        <p:spPr>
          <a:xfrm>
            <a:off x="229870" y="122806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프로젝트 추진 계획표 예시</a:t>
            </a:r>
          </a:p>
        </p:txBody>
      </p:sp>
    </p:spTree>
    <p:extLst>
      <p:ext uri="{BB962C8B-B14F-4D97-AF65-F5344CB8AC3E}">
        <p14:creationId xmlns:p14="http://schemas.microsoft.com/office/powerpoint/2010/main" val="1629960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737"/>
    </mc:Choice>
    <mc:Fallback xmlns="">
      <p:transition spd="slow" advTm="19737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B6165-BE77-D4AF-4BB1-FD6A3A74A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5B0BC5D-3B21-6C34-B409-804CABA7A82D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769489C-C3BE-48B7-CF78-4A3471A5D119}"/>
              </a:ext>
            </a:extLst>
          </p:cNvPr>
          <p:cNvSpPr/>
          <p:nvPr/>
        </p:nvSpPr>
        <p:spPr>
          <a:xfrm>
            <a:off x="229870" y="587112"/>
            <a:ext cx="7828280" cy="45719"/>
          </a:xfrm>
          <a:prstGeom prst="rect">
            <a:avLst/>
          </a:prstGeom>
          <a:solidFill>
            <a:srgbClr val="0054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FDBCE4D-1C7C-D22B-F507-363E46922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7EF7944-8301-CA5D-1059-6B1B9524DE6D}"/>
              </a:ext>
            </a:extLst>
          </p:cNvPr>
          <p:cNvSpPr txBox="1"/>
          <p:nvPr/>
        </p:nvSpPr>
        <p:spPr>
          <a:xfrm>
            <a:off x="229870" y="122806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프로젝트 추진 계획표 예시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7032DFB-1F40-87E5-7DAE-A89B3F3A32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956" y="971371"/>
            <a:ext cx="10200238" cy="4690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284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737"/>
    </mc:Choice>
    <mc:Fallback xmlns="">
      <p:transition spd="slow" advTm="19737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80E29-CBDD-D5E4-8E35-DDA848221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5162485-B14C-271C-CCD3-E205E4C850EB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ABFF8B0-6BA9-E262-5883-0D968C3A43C0}"/>
              </a:ext>
            </a:extLst>
          </p:cNvPr>
          <p:cNvSpPr/>
          <p:nvPr/>
        </p:nvSpPr>
        <p:spPr>
          <a:xfrm>
            <a:off x="229870" y="587112"/>
            <a:ext cx="7828280" cy="45719"/>
          </a:xfrm>
          <a:prstGeom prst="rect">
            <a:avLst/>
          </a:prstGeom>
          <a:solidFill>
            <a:srgbClr val="0054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D11D09E-ABF7-5A64-245F-93DF25A8E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CC305D-5A54-5B2B-A585-F244863D5676}"/>
              </a:ext>
            </a:extLst>
          </p:cNvPr>
          <p:cNvSpPr txBox="1"/>
          <p:nvPr/>
        </p:nvSpPr>
        <p:spPr>
          <a:xfrm>
            <a:off x="229870" y="122806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프로젝트 추진 계획표 예시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1D22948-D71E-D5F3-3ABA-5B13A72050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602" y="1163562"/>
            <a:ext cx="10384796" cy="4834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594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737"/>
    </mc:Choice>
    <mc:Fallback xmlns="">
      <p:transition spd="slow" advTm="19737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8612B-E24F-B712-F151-45F14BE0D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5EA9F83-74BC-C004-A73E-F3A852801021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4FD0B97-CF0F-D054-86B6-60704CC379D9}"/>
              </a:ext>
            </a:extLst>
          </p:cNvPr>
          <p:cNvSpPr/>
          <p:nvPr/>
        </p:nvSpPr>
        <p:spPr>
          <a:xfrm>
            <a:off x="229870" y="587112"/>
            <a:ext cx="7828280" cy="45719"/>
          </a:xfrm>
          <a:prstGeom prst="rect">
            <a:avLst/>
          </a:prstGeom>
          <a:solidFill>
            <a:srgbClr val="0054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B8DD031-755A-1960-BB18-11135A754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414106-55B7-8E5B-0835-A118CF60E16F}"/>
              </a:ext>
            </a:extLst>
          </p:cNvPr>
          <p:cNvSpPr txBox="1"/>
          <p:nvPr/>
        </p:nvSpPr>
        <p:spPr>
          <a:xfrm>
            <a:off x="229870" y="1564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AI Project I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23FA5E-E997-9DA9-69BD-FB1B3D1AD138}"/>
              </a:ext>
            </a:extLst>
          </p:cNvPr>
          <p:cNvSpPr txBox="1"/>
          <p:nvPr/>
        </p:nvSpPr>
        <p:spPr>
          <a:xfrm>
            <a:off x="574393" y="1050201"/>
            <a:ext cx="1029975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과제 </a:t>
            </a:r>
            <a:r>
              <a:rPr lang="en-US" altLang="ko-KR" b="1" dirty="0"/>
              <a:t>6</a:t>
            </a:r>
          </a:p>
          <a:p>
            <a:endParaRPr lang="en-US" altLang="ko-KR" b="1" dirty="0"/>
          </a:p>
          <a:p>
            <a:r>
              <a:rPr lang="ko-KR" altLang="en-US" b="1" dirty="0"/>
              <a:t>제출 점수 </a:t>
            </a:r>
            <a:r>
              <a:rPr lang="en-US" altLang="ko-KR" b="1" dirty="0"/>
              <a:t>: 7</a:t>
            </a:r>
            <a:r>
              <a:rPr lang="ko-KR" altLang="en-US" b="1" dirty="0"/>
              <a:t>점</a:t>
            </a:r>
            <a:endParaRPr lang="en-US" altLang="ko-KR" b="1" dirty="0"/>
          </a:p>
          <a:p>
            <a:r>
              <a:rPr lang="ko-KR" altLang="en-US" b="1" dirty="0"/>
              <a:t>제출 형식 </a:t>
            </a:r>
            <a:r>
              <a:rPr lang="en-US" altLang="ko-KR" b="1" dirty="0"/>
              <a:t>: PPT (</a:t>
            </a:r>
            <a:r>
              <a:rPr lang="ko-KR" altLang="en-US" b="1" dirty="0"/>
              <a:t>다른 형식 제출시 감점 </a:t>
            </a:r>
            <a:r>
              <a:rPr lang="en-US" altLang="ko-KR" b="1" dirty="0"/>
              <a:t>-1)</a:t>
            </a:r>
          </a:p>
          <a:p>
            <a:r>
              <a:rPr lang="ko-KR" altLang="en-US" b="1" dirty="0"/>
              <a:t>제출 기한 </a:t>
            </a:r>
            <a:r>
              <a:rPr lang="en-US" altLang="ko-KR" b="1" dirty="0"/>
              <a:t>: 5</a:t>
            </a:r>
            <a:r>
              <a:rPr lang="ko-KR" altLang="en-US" b="1" dirty="0"/>
              <a:t>월 </a:t>
            </a:r>
            <a:r>
              <a:rPr lang="en-US" altLang="ko-KR" b="1" dirty="0"/>
              <a:t>13</a:t>
            </a:r>
            <a:r>
              <a:rPr lang="ko-KR" altLang="en-US" b="1" dirty="0"/>
              <a:t>일 </a:t>
            </a:r>
            <a:r>
              <a:rPr lang="en-US" altLang="ko-KR" b="1" dirty="0"/>
              <a:t>15</a:t>
            </a:r>
            <a:r>
              <a:rPr lang="ko-KR" altLang="en-US" b="1" dirty="0"/>
              <a:t>시</a:t>
            </a:r>
            <a:r>
              <a:rPr lang="en-US" altLang="ko-KR" b="1" dirty="0"/>
              <a:t>00</a:t>
            </a:r>
            <a:r>
              <a:rPr lang="ko-KR" altLang="en-US" b="1" dirty="0"/>
              <a:t>분</a:t>
            </a:r>
            <a:r>
              <a:rPr lang="en-US" altLang="ko-KR" b="1" dirty="0"/>
              <a:t>)</a:t>
            </a:r>
          </a:p>
          <a:p>
            <a:endParaRPr lang="en-US" altLang="ko-KR" b="1" dirty="0"/>
          </a:p>
          <a:p>
            <a:r>
              <a:rPr lang="ko-KR" altLang="en-US" dirty="0"/>
              <a:t>과제 내용 </a:t>
            </a:r>
            <a:r>
              <a:rPr lang="en-US" altLang="ko-KR" dirty="0"/>
              <a:t>: </a:t>
            </a:r>
            <a:r>
              <a:rPr lang="ko-KR" altLang="en-US" dirty="0"/>
              <a:t>제출 양식 </a:t>
            </a:r>
            <a:r>
              <a:rPr lang="en-US" altLang="ko-KR" dirty="0"/>
              <a:t>PPT</a:t>
            </a:r>
            <a:r>
              <a:rPr lang="ko-KR" altLang="en-US" dirty="0"/>
              <a:t>에 팀 주제를 확정하여 제출</a:t>
            </a:r>
          </a:p>
        </p:txBody>
      </p:sp>
    </p:spTree>
    <p:extLst>
      <p:ext uri="{BB962C8B-B14F-4D97-AF65-F5344CB8AC3E}">
        <p14:creationId xmlns:p14="http://schemas.microsoft.com/office/powerpoint/2010/main" val="2901724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737"/>
    </mc:Choice>
    <mc:Fallback xmlns="">
      <p:transition spd="slow" advTm="19737"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5041</TotalTime>
  <Words>139</Words>
  <Application>Microsoft Office PowerPoint</Application>
  <PresentationFormat>와이드스크린</PresentationFormat>
  <Paragraphs>38</Paragraphs>
  <Slides>7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준화 김</dc:creator>
  <cp:lastModifiedBy>kimjunhwa</cp:lastModifiedBy>
  <cp:revision>77</cp:revision>
  <dcterms:created xsi:type="dcterms:W3CDTF">2024-03-11T15:16:27Z</dcterms:created>
  <dcterms:modified xsi:type="dcterms:W3CDTF">2025-05-04T18:28:49Z</dcterms:modified>
</cp:coreProperties>
</file>