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16" r:id="rId2"/>
    <p:sldId id="415" r:id="rId3"/>
    <p:sldId id="417" r:id="rId4"/>
    <p:sldId id="418" r:id="rId5"/>
    <p:sldId id="419" r:id="rId6"/>
    <p:sldId id="420" r:id="rId7"/>
    <p:sldId id="421" r:id="rId8"/>
    <p:sldId id="423" r:id="rId9"/>
    <p:sldId id="424" r:id="rId10"/>
    <p:sldId id="42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4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3FF19-6153-4803-AEAA-92DB09FA1058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58C66-F80E-4C04-86F7-EAC1281E66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93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2E88-CB23-FCE4-7D95-C3E0EB5A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F5754D-9F7C-7E86-88D1-8479DE16C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3907E3-D5E0-D14E-DE4D-007568C50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54B94-F388-6532-2528-3636C92D5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7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1107-9D9D-D96A-7AC1-3DCCA325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0818E2-F7A1-DEAF-1C41-DE7785076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EBA70B-04C4-B97A-B7E6-EFCFAAB08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FEB6D4-FD9F-0D50-026E-81D8E2AC9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22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3A28-6E3F-F6AA-B9B7-0C3C566C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E6008C-C3D7-5B95-F36B-1A6838B37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B994E2-5D3D-2C5C-B098-743A14695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AF3509-44A0-D2C6-0FF1-97C7A07B0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055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C96C-8C72-FF18-8A46-949F1C848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557A79-4880-55C2-1B00-C409262F1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5AC194-DF22-4C23-D7ED-77A6021FE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73FDCA-83BD-CB75-6F90-86727184E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18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1B1C-BD46-0FA1-C492-B095DB07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E4B087-AB51-7C3D-0DD5-7B8696E15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C39C74-B689-F6E8-A1FE-2A5B4B023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B224AC-C56B-15AF-AD90-CB5A4F371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580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B08D-8CD5-7DF0-D34E-9FFD9A6F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3F99F-0F43-83DD-65CD-24A34E42D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2B250C-F014-8682-C30E-5BE73513F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53D3F-362A-F1B1-C24C-B3D01124C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39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4807A-FE9C-4AB6-39AA-A710F778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CADFC6-A84B-5E8F-79A9-A0D1850E4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B90E77-FFF1-2FD5-E13C-B2773AC9E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6628E0-3520-5369-FC02-94030506C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434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F0E83-422A-1E39-FEEE-0D07DE20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3BBC74-A3B5-4D05-3FD9-98B34CF24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FB50DB-A234-0AD9-1732-58EE6D8C9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7543E4-6BDE-42DC-2E12-E9E2D30A7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214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75E1B-6A7A-C3F8-6654-2B4C1954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BDB504-BFF8-AF10-8349-591417178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37DCC1-B8D8-AC9C-4A0A-8A50AE631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10AB3-F96E-D0EE-5BD3-842AC7D94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769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3E200-8494-7FA5-184D-A4D04F9A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F32738-46A9-9A40-5763-49E1C17C3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42110C-E3CB-58E4-F348-8469EA37D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66B3CB-03E1-EC42-5C23-F57543148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319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A4800-DD02-6E7B-8A7C-9BDD71FB9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8364B1-14E9-603F-1EF2-457C7DE3B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A109BB-E211-9414-93F2-072D59D9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8E8E3-BC1F-9B1C-6118-06731DFF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8698A-750C-BD4B-87D9-E7DB2EB5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76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CF7A6-433C-7E55-23B6-F9EB39309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8DD3CE-F4A1-C013-352A-1E403ED4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17EA3E-FBBD-089E-9FD9-F7D01C7B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5C55-A602-802C-44F6-75D72489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475987-964D-9652-1AA0-D6135735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3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BC94F-0F85-801E-9243-659B7C24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603926-486E-B9F8-1AA5-445F9BE9D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35479-0711-BAB0-FB0A-AFB4CF30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888B8-1682-F019-6513-99059AA0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22436-2CC6-3CD2-9530-DA5ED5BD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4564C-761E-A749-FAD5-54E573EC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3FDE98-9CFD-BF13-954F-48CC60FA8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51251E-6F81-30DB-7716-C5633F980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28F327-2B9A-4730-2226-66CCE13F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9A1363-CFFF-01C4-28CB-9EFCBFAF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09E617-675C-8FA6-8CD7-283DFF7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84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F320B-C984-39AF-F77B-98C74299D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1A525F-DD92-B7D0-B3DE-D88D01DFF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456B40-A9F9-AB5D-3499-00AFA2781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CCF7CB-3235-12F5-3B9D-7721CE005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9F2C95-8FE8-1B38-C30A-3C143451C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FBC41A-F963-9423-5F47-A4CF4679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15004D-DA63-9E0E-6C1C-8BF08627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6CEEB1-3C15-317B-9169-0F112EF5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0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0E7D8-1625-494D-68FC-BC54DFD8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83DC3D-825F-41C0-065C-C11185B4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91E512-9A8E-84DA-82FC-C22226FB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4C8D18-FD64-62CF-A27F-8407DF3D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42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1F49A0-869F-7536-84A9-28E02CE5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CDA127-7AA6-FEF5-AD27-3E607870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4FC0CA-F016-45E6-44AC-4A31E6D4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9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05A93-2F3B-F3C2-54BD-47CF155A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27AEE-4796-38C6-5A85-A5721FE2B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3508BB-2D01-E468-3874-D0A4A8925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43B218-4789-D3B0-4E41-54C021EA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A42A59-6117-203C-4BAB-F1485DCB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D46EF8-4760-E503-1189-A4230DFF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13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308B0-3489-93FC-9855-778C7DFC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45F1171-6E01-16F1-231C-630661B2C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F98EF-2A9C-74E5-C9F2-B48ED4B6F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13193-C89E-6BF7-C3A2-E44AFD4A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1E6A02-93BA-FD55-2228-56E44503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503C83-055E-0E9A-A72B-62A60613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16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983DB-ED88-89E9-6B3F-01C9D7AF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6E32A6-EF9B-1BFC-2A0E-8FA180A81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26939-2DF8-EE0D-935D-3B233B49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53E28B-193F-DC9F-D923-A38149C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DE14C5-D674-E80D-8250-3299EA02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65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328176-4CF5-4DBA-C166-C0C138B6C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E600DE-9D79-7994-F9A9-8B653AF0B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07D331-A157-C736-01C0-1E086433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DFD029-DFFE-6BA3-F874-5D0164D0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9C2C5-0FB5-8627-ABD6-1E092201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9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0856AD-C018-28DB-C1EC-E89BD3E72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A8A5B-4138-D285-6ABE-FF8DD5D36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58EDBE-AABD-3697-E03B-3720B15F2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F8572-77AE-4C02-BF52-A76B4A708A6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F246A-9BF0-D53E-B4A2-5835EF87A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FD284-262D-AE25-3A46-DD14B8DB9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6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C1A0-C853-881C-23C0-196AFFF0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62AF8C-DF44-5079-E0BA-772E027DB41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1CC270C-8A24-43AD-98F5-16AD0C5C6A28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4B0447-040B-882A-0CA5-D7ABFB45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CBCB3D-7A5E-B9A9-756D-5DB8DF1E6CC0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55721E-B109-F58D-3DD6-0F208FE7E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77" y="1031779"/>
            <a:ext cx="4019266" cy="50978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CD3CF8-504E-1D74-C66A-CAE61D246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634" y="796177"/>
            <a:ext cx="3784664" cy="573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5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1E119-60F1-3E9D-FD99-1E394796C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39F18B-5E5B-E8DF-F62C-BD5B4C2684E3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3970FF-9901-8923-E693-AC8FF7837041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B35418-4C50-0276-F0BC-73B136CB6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1758E2-A1BE-E772-B8E5-81F841C49C69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9F8C1CF-82AB-78C9-E79D-31B5AA161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947" y="750987"/>
            <a:ext cx="3543921" cy="56594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3CF7926-FEDF-BFF4-3569-43B4508CE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945" y="703145"/>
            <a:ext cx="4946656" cy="562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3230-0783-9CA4-9365-738CBC6D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D14A27-8162-C193-E2F1-D60146C42AB5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D3CA4CC-F069-21DC-7775-65F73D2BDA12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04654B-D2D7-83EF-FCEB-2D6C664F5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F354BB-2013-186C-B3E1-9A5001B2C689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337008-3BF0-78B7-C017-B77DA02DE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184" y="780741"/>
            <a:ext cx="3805803" cy="59208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A48021-15EF-7649-5CC1-C6D715610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967" y="780741"/>
            <a:ext cx="4053637" cy="586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0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03FE-08D5-E01B-F07B-531BBE39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B023B8-D1A7-43E0-265C-71B8757764FA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3E1D01-4654-8E5B-3B9E-4A0248F217DE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3FF99D-77DF-84B2-E69C-C84056644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F277F-A07A-640A-029D-8C1CEE4BFA5D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0ED3C7-4486-8D11-8B7C-0F6B94EF8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29" y="1494449"/>
            <a:ext cx="5210274" cy="35211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DBD422-3E8B-332F-DA74-6AC0EB481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255" y="1167776"/>
            <a:ext cx="5963216" cy="482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0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E554-DBF6-50FD-FEDC-58A622A0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78B90C-F635-720D-5558-CEBAA978865F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376E683-9E31-BD0F-761B-C8347EA58806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D634B3-F0E7-2265-B26F-8C60821A3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571D15-CB61-7EAD-BB58-B5F0EE53E3D9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D7B5E3-3349-4FD8-3D7E-37E74764E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43" y="1412339"/>
            <a:ext cx="5118854" cy="42053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49F3C99-ADEC-C143-55EB-45B55FDE7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378" y="1442303"/>
            <a:ext cx="6089565" cy="427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5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FFD3-2E63-0E25-EFC3-751D9AE5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138A00-350D-0754-C855-6BBD928AFBFF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7530F0C-BFFF-A336-29F1-9C90FE9FD50C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1BA767-A1AE-A651-8CA3-5D06F2381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297E71-794E-3369-E869-D75CEF1A1121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F12C2-9944-D8B4-AB87-56F9748750D7}"/>
              </a:ext>
            </a:extLst>
          </p:cNvPr>
          <p:cNvSpPr txBox="1"/>
          <p:nvPr/>
        </p:nvSpPr>
        <p:spPr>
          <a:xfrm>
            <a:off x="615636" y="878186"/>
            <a:ext cx="100493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직군</a:t>
            </a:r>
            <a:r>
              <a:rPr lang="en-US" altLang="ko-KR" dirty="0"/>
              <a:t>(</a:t>
            </a:r>
            <a:r>
              <a:rPr lang="ko-KR" altLang="en-US" dirty="0"/>
              <a:t>직렬</a:t>
            </a:r>
            <a:r>
              <a:rPr lang="en-US" altLang="ko-KR" dirty="0"/>
              <a:t>)</a:t>
            </a:r>
            <a:r>
              <a:rPr lang="ko-KR" altLang="en-US" dirty="0"/>
              <a:t> 공무원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빅데이터 분석과 활용 등 새로운 행정 수요에 정부가 과학적</a:t>
            </a:r>
            <a:r>
              <a:rPr lang="en-US" altLang="ko-KR" dirty="0"/>
              <a:t>, </a:t>
            </a:r>
            <a:r>
              <a:rPr lang="ko-KR" altLang="en-US" dirty="0"/>
              <a:t>선제적으로 대응할 수 있도록 각종 데이터 행정 업무를 수행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A2F93-2B09-780F-1EDC-E953BCBB17F4}"/>
              </a:ext>
            </a:extLst>
          </p:cNvPr>
          <p:cNvSpPr txBox="1"/>
          <p:nvPr/>
        </p:nvSpPr>
        <p:spPr>
          <a:xfrm>
            <a:off x="543208" y="2426329"/>
            <a:ext cx="65909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9</a:t>
            </a:r>
            <a:r>
              <a:rPr lang="ko-KR" altLang="en-US" b="1" dirty="0"/>
              <a:t>급 데이터직 공무원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국어</a:t>
            </a:r>
            <a:r>
              <a:rPr lang="en-US" altLang="ko-KR" dirty="0"/>
              <a:t>, </a:t>
            </a:r>
            <a:r>
              <a:rPr lang="ko-KR" altLang="en-US" dirty="0"/>
              <a:t>영어</a:t>
            </a:r>
            <a:r>
              <a:rPr lang="en-US" altLang="ko-KR" dirty="0"/>
              <a:t>, </a:t>
            </a:r>
            <a:r>
              <a:rPr lang="ko-KR" altLang="en-US" dirty="0"/>
              <a:t>한국사</a:t>
            </a:r>
            <a:r>
              <a:rPr lang="en-US" altLang="ko-KR" dirty="0"/>
              <a:t>, </a:t>
            </a:r>
            <a:r>
              <a:rPr lang="ko-KR" altLang="en-US" dirty="0"/>
              <a:t>데이터베이스론</a:t>
            </a:r>
            <a:r>
              <a:rPr lang="en-US" altLang="ko-KR" dirty="0"/>
              <a:t>, </a:t>
            </a:r>
            <a:r>
              <a:rPr lang="ko-KR" altLang="en-US" dirty="0"/>
              <a:t>알고리즘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7</a:t>
            </a:r>
            <a:r>
              <a:rPr lang="ko-KR" altLang="en-US" b="1" dirty="0"/>
              <a:t>급 데이터직 공무원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– PSAT, </a:t>
            </a:r>
            <a:r>
              <a:rPr lang="ko-KR" altLang="en-US" dirty="0"/>
              <a:t>영어</a:t>
            </a:r>
            <a:r>
              <a:rPr lang="en-US" altLang="ko-KR" dirty="0"/>
              <a:t>, </a:t>
            </a:r>
            <a:r>
              <a:rPr lang="ko-KR" altLang="en-US" dirty="0"/>
              <a:t>한국사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차 </a:t>
            </a:r>
            <a:r>
              <a:rPr lang="en-US" altLang="ko-KR" dirty="0"/>
              <a:t>– </a:t>
            </a:r>
            <a:r>
              <a:rPr lang="ko-KR" altLang="en-US" dirty="0"/>
              <a:t>데이터베이스론</a:t>
            </a:r>
            <a:r>
              <a:rPr lang="en-US" altLang="ko-KR" dirty="0"/>
              <a:t>, </a:t>
            </a:r>
            <a:r>
              <a:rPr lang="ko-KR" altLang="en-US" dirty="0"/>
              <a:t>알고리즘</a:t>
            </a:r>
            <a:r>
              <a:rPr lang="en-US" altLang="ko-KR" dirty="0"/>
              <a:t>, </a:t>
            </a:r>
            <a:r>
              <a:rPr lang="ko-KR" altLang="en-US" dirty="0"/>
              <a:t>인공지능</a:t>
            </a:r>
            <a:r>
              <a:rPr lang="en-US" altLang="ko-KR" dirty="0"/>
              <a:t>, </a:t>
            </a:r>
            <a:r>
              <a:rPr lang="ko-KR" altLang="en-US" dirty="0"/>
              <a:t>정보보호론</a:t>
            </a:r>
          </a:p>
        </p:txBody>
      </p:sp>
    </p:spTree>
    <p:extLst>
      <p:ext uri="{BB962C8B-B14F-4D97-AF65-F5344CB8AC3E}">
        <p14:creationId xmlns:p14="http://schemas.microsoft.com/office/powerpoint/2010/main" val="21348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3DE6-5BFD-8573-D28F-9773F641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D117A8-C873-91DC-922E-A2CFE47F9A83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893B6B-953F-4A8B-C56F-08A3BA65F813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D21C8F-882A-DED5-F739-F8AE074DE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2F25B5-84FF-FCE0-7316-914B72BEFE91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F2FF37-79B1-8706-4185-77BC99167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47" y="977114"/>
            <a:ext cx="7019925" cy="21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653D48-7A0D-A309-8B4F-1E9067339663}"/>
              </a:ext>
            </a:extLst>
          </p:cNvPr>
          <p:cNvSpPr txBox="1"/>
          <p:nvPr/>
        </p:nvSpPr>
        <p:spPr>
          <a:xfrm>
            <a:off x="878186" y="3244334"/>
            <a:ext cx="4110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정보처리기사</a:t>
            </a:r>
            <a:r>
              <a:rPr lang="en-US" altLang="ko-KR" b="1" dirty="0"/>
              <a:t>, </a:t>
            </a:r>
            <a:r>
              <a:rPr lang="ko-KR" altLang="en-US" b="1" dirty="0" err="1"/>
              <a:t>빅데이터분석기사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EE454-11EA-554E-D1A8-651C0B2901DB}"/>
              </a:ext>
            </a:extLst>
          </p:cNvPr>
          <p:cNvSpPr txBox="1"/>
          <p:nvPr/>
        </p:nvSpPr>
        <p:spPr>
          <a:xfrm>
            <a:off x="695985" y="4245734"/>
            <a:ext cx="4474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solidFill>
                  <a:srgbClr val="1A1A1A"/>
                </a:solidFill>
                <a:latin typeface="Merriweather" panose="020F0502020204030204" pitchFamily="2" charset="0"/>
              </a:rPr>
              <a:t>9</a:t>
            </a:r>
            <a:r>
              <a:rPr lang="ko-KR" altLang="en-US" dirty="0">
                <a:solidFill>
                  <a:srgbClr val="1A1A1A"/>
                </a:solidFill>
                <a:latin typeface="Merriweather" panose="020F0502020204030204" pitchFamily="2" charset="0"/>
              </a:rPr>
              <a:t>급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 2025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년 시험일정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원서접수 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2.3(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월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) 09:00 ~ 2.7(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금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) 21:00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필기시험 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4.5(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토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)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면접시험 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5.28(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수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) ~ 6.2(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월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20F0502020204030204" pitchFamily="2" charset="0"/>
              </a:rPr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15384F-245C-BD20-1085-A66CBA5AF204}"/>
              </a:ext>
            </a:extLst>
          </p:cNvPr>
          <p:cNvSpPr txBox="1"/>
          <p:nvPr/>
        </p:nvSpPr>
        <p:spPr>
          <a:xfrm>
            <a:off x="5549774" y="4161819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1A1A1A"/>
                </a:solidFill>
                <a:latin typeface="Merriweather" panose="00000500000000000000" pitchFamily="2" charset="0"/>
              </a:rPr>
              <a:t>7</a:t>
            </a:r>
            <a:r>
              <a:rPr lang="ko-KR" altLang="en-US" dirty="0">
                <a:solidFill>
                  <a:srgbClr val="1A1A1A"/>
                </a:solidFill>
                <a:latin typeface="Merriweather" panose="00000500000000000000" pitchFamily="2" charset="0"/>
              </a:rPr>
              <a:t>급 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2025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년 시험일정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원서접수 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5.12(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월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) 09:00 ~ 5.16(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금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) 21:00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1</a:t>
            </a:r>
            <a:r>
              <a:rPr lang="ko-KR" altLang="en-US" b="0" i="0" dirty="0" err="1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차시험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(</a:t>
            </a:r>
            <a:r>
              <a:rPr lang="en-US" altLang="ko-KR" b="0" i="0" dirty="0" err="1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psat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)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 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7.19(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토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)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2</a:t>
            </a:r>
            <a:r>
              <a:rPr lang="ko-KR" altLang="en-US" b="0" i="0" dirty="0" err="1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차시험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전공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)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 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9.20(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토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)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3</a:t>
            </a:r>
            <a:r>
              <a:rPr lang="ko-KR" altLang="en-US" b="0" i="0" dirty="0" err="1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차시험</a:t>
            </a:r>
            <a:r>
              <a:rPr lang="en-US" altLang="ko-KR" dirty="0">
                <a:solidFill>
                  <a:srgbClr val="1A1A1A"/>
                </a:solidFill>
                <a:latin typeface="Merriweather" panose="00000500000000000000" pitchFamily="2" charset="0"/>
              </a:rPr>
              <a:t>(</a:t>
            </a:r>
            <a:r>
              <a:rPr lang="ko-KR" altLang="en-US" dirty="0">
                <a:solidFill>
                  <a:srgbClr val="1A1A1A"/>
                </a:solidFill>
                <a:latin typeface="Merriweather" panose="00000500000000000000" pitchFamily="2" charset="0"/>
              </a:rPr>
              <a:t>면접</a:t>
            </a:r>
            <a:r>
              <a:rPr lang="en-US" altLang="ko-KR" dirty="0">
                <a:solidFill>
                  <a:srgbClr val="1A1A1A"/>
                </a:solidFill>
                <a:latin typeface="Merriweather" panose="00000500000000000000" pitchFamily="2" charset="0"/>
              </a:rPr>
              <a:t>)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 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11.24(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월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) ~ 11.27(</a:t>
            </a:r>
            <a:r>
              <a:rPr lang="ko-KR" altLang="en-US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목</a:t>
            </a:r>
            <a:r>
              <a:rPr lang="en-US" altLang="ko-KR" b="0" i="0" dirty="0">
                <a:solidFill>
                  <a:srgbClr val="1A1A1A"/>
                </a:solidFill>
                <a:effectLst/>
                <a:latin typeface="Merriweather" panose="00000500000000000000" pitchFamily="2" charset="0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88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C90A9-1C51-3E0D-75D7-8217C2D8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CE2CAF-0519-1A23-A7AD-514B44251029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6E6852A-CE7F-C240-C18A-9A67B5494775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8C03F1-79F8-6857-A82F-F3B399064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EF68E8-32DE-0E4D-AE2A-0D290D6FF621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 </a:t>
            </a:r>
            <a:r>
              <a:rPr lang="en-US" altLang="ko-KR" sz="1800" dirty="0"/>
              <a:t>– </a:t>
            </a:r>
            <a:r>
              <a:rPr lang="ko-KR" altLang="en-US" sz="1800" dirty="0"/>
              <a:t>정부출연연구소</a:t>
            </a:r>
            <a:r>
              <a:rPr lang="en-US" altLang="ko-KR" sz="1800" dirty="0"/>
              <a:t>, </a:t>
            </a:r>
            <a:r>
              <a:rPr lang="ko-KR" altLang="en-US" sz="1800" dirty="0"/>
              <a:t>공공기관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AA060-ADAE-9DD7-DEF7-B548E221614B}"/>
              </a:ext>
            </a:extLst>
          </p:cNvPr>
          <p:cNvSpPr txBox="1"/>
          <p:nvPr/>
        </p:nvSpPr>
        <p:spPr>
          <a:xfrm>
            <a:off x="631479" y="83837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https://onest.recruitment.kr/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B5D005-6B81-84B3-9297-2F5D2BFEA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0" y="1674890"/>
            <a:ext cx="5344332" cy="39405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755021-526B-D245-0FD6-D8EDFBCC393F}"/>
              </a:ext>
            </a:extLst>
          </p:cNvPr>
          <p:cNvSpPr txBox="1"/>
          <p:nvPr/>
        </p:nvSpPr>
        <p:spPr>
          <a:xfrm>
            <a:off x="764368" y="2657383"/>
            <a:ext cx="49302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https://www.nrf.re.kr/cms/board/general/view?menu_no=54&amp;page=&amp;nts_no=239194&amp;search_type=NTS_TITLE&amp;search_keyword=</a:t>
            </a:r>
          </a:p>
        </p:txBody>
      </p:sp>
    </p:spTree>
    <p:extLst>
      <p:ext uri="{BB962C8B-B14F-4D97-AF65-F5344CB8AC3E}">
        <p14:creationId xmlns:p14="http://schemas.microsoft.com/office/powerpoint/2010/main" val="301519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6856D-4574-7F02-EB31-4E56A0CE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568CF9E-3C8D-D8C1-6E68-49A68B43A486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A010C7B-3A91-B567-054A-0CE9D2D7018C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EB3DF6-710D-2A87-D170-ABDD402C3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93D665-3DC4-D4A1-3300-BD9CDCF5228D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 </a:t>
            </a:r>
            <a:r>
              <a:rPr lang="en-US" altLang="ko-KR" sz="1800" dirty="0"/>
              <a:t>– </a:t>
            </a:r>
            <a:r>
              <a:rPr lang="ko-KR" altLang="en-US" sz="1800" dirty="0"/>
              <a:t>대학원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B45A87-0BDB-CA26-A8C7-2E5E086C3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23" y="1106792"/>
            <a:ext cx="4723578" cy="43252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C4377E9-EA35-BBE4-6061-37C6FF730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043316"/>
            <a:ext cx="4675732" cy="455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9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BA8A-A8A4-2342-8D3E-24164022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69DBE2B-6D23-F18C-022C-A2DA595C3467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6610D44-4480-7922-18F9-E84E267D3604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964EA6-0307-B0A5-1B0E-B9DE5F22E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F079E7-AABA-FC23-E623-5DA03B140232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인공지능 분야 채용 </a:t>
            </a:r>
            <a:r>
              <a:rPr lang="en-US" altLang="ko-KR" sz="1800" dirty="0"/>
              <a:t>– </a:t>
            </a:r>
            <a:r>
              <a:rPr lang="ko-KR" altLang="en-US" sz="1800" dirty="0"/>
              <a:t>대학원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6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5080</TotalTime>
  <Words>251</Words>
  <Application>Microsoft Office PowerPoint</Application>
  <PresentationFormat>와이드스크린</PresentationFormat>
  <Paragraphs>37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Merriweather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준화 김</dc:creator>
  <cp:lastModifiedBy>kimjunhwa</cp:lastModifiedBy>
  <cp:revision>77</cp:revision>
  <dcterms:created xsi:type="dcterms:W3CDTF">2024-03-11T15:16:27Z</dcterms:created>
  <dcterms:modified xsi:type="dcterms:W3CDTF">2025-05-06T22:15:16Z</dcterms:modified>
</cp:coreProperties>
</file>