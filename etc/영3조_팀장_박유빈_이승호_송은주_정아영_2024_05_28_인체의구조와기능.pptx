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61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CFEF"/>
    <a:srgbClr val="D0E8F8"/>
    <a:srgbClr val="4F92BF"/>
    <a:srgbClr val="64737D"/>
    <a:srgbClr val="445763"/>
    <a:srgbClr val="4F90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F01ED0-32B2-4459-ADD1-CF1E0777D357}" v="34" dt="2024-05-27T00:50:02.3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64" d="100"/>
          <a:sy n="64" d="100"/>
        </p:scale>
        <p:origin x="67" y="4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ib Yb" userId="26709372b7269da8" providerId="LiveId" clId="{E9F01ED0-32B2-4459-ADD1-CF1E0777D357}"/>
    <pc:docChg chg="undo custSel addSld delSld modSld">
      <pc:chgData name="Uib Yb" userId="26709372b7269da8" providerId="LiveId" clId="{E9F01ED0-32B2-4459-ADD1-CF1E0777D357}" dt="2024-05-27T00:50:26.794" v="1017" actId="1037"/>
      <pc:docMkLst>
        <pc:docMk/>
      </pc:docMkLst>
      <pc:sldChg chg="addSp delSp modSp add mod">
        <pc:chgData name="Uib Yb" userId="26709372b7269da8" providerId="LiveId" clId="{E9F01ED0-32B2-4459-ADD1-CF1E0777D357}" dt="2024-05-27T00:25:26.712" v="77" actId="1076"/>
        <pc:sldMkLst>
          <pc:docMk/>
          <pc:sldMk cId="3277626181" sldId="285"/>
        </pc:sldMkLst>
        <pc:spChg chg="add mod">
          <ac:chgData name="Uib Yb" userId="26709372b7269da8" providerId="LiveId" clId="{E9F01ED0-32B2-4459-ADD1-CF1E0777D357}" dt="2024-05-27T00:25:26.712" v="77" actId="1076"/>
          <ac:spMkLst>
            <pc:docMk/>
            <pc:sldMk cId="3277626181" sldId="285"/>
            <ac:spMk id="5" creationId="{18BD5D11-3C8E-6A35-BE17-BDCF597087BF}"/>
          </ac:spMkLst>
        </pc:spChg>
        <pc:spChg chg="del">
          <ac:chgData name="Uib Yb" userId="26709372b7269da8" providerId="LiveId" clId="{E9F01ED0-32B2-4459-ADD1-CF1E0777D357}" dt="2024-05-27T00:20:22.611" v="23" actId="478"/>
          <ac:spMkLst>
            <pc:docMk/>
            <pc:sldMk cId="3277626181" sldId="285"/>
            <ac:spMk id="7" creationId="{95651F08-69BB-34D5-A727-F0F81045FFD3}"/>
          </ac:spMkLst>
        </pc:spChg>
        <pc:spChg chg="del">
          <ac:chgData name="Uib Yb" userId="26709372b7269da8" providerId="LiveId" clId="{E9F01ED0-32B2-4459-ADD1-CF1E0777D357}" dt="2024-05-27T00:19:53.835" v="18" actId="478"/>
          <ac:spMkLst>
            <pc:docMk/>
            <pc:sldMk cId="3277626181" sldId="285"/>
            <ac:spMk id="8" creationId="{D52FC5D2-3129-4424-DD68-F5E817621E99}"/>
          </ac:spMkLst>
        </pc:spChg>
        <pc:spChg chg="add del mod">
          <ac:chgData name="Uib Yb" userId="26709372b7269da8" providerId="LiveId" clId="{E9F01ED0-32B2-4459-ADD1-CF1E0777D357}" dt="2024-05-27T00:25:12.823" v="73" actId="1076"/>
          <ac:spMkLst>
            <pc:docMk/>
            <pc:sldMk cId="3277626181" sldId="285"/>
            <ac:spMk id="9" creationId="{B49248E4-37F6-B885-9D65-FE7DD3FB8031}"/>
          </ac:spMkLst>
        </pc:spChg>
        <pc:spChg chg="mod">
          <ac:chgData name="Uib Yb" userId="26709372b7269da8" providerId="LiveId" clId="{E9F01ED0-32B2-4459-ADD1-CF1E0777D357}" dt="2024-05-27T00:20:05.481" v="22" actId="207"/>
          <ac:spMkLst>
            <pc:docMk/>
            <pc:sldMk cId="3277626181" sldId="285"/>
            <ac:spMk id="126" creationId="{7A475A64-51D9-4B36-9EC5-E5AA45315293}"/>
          </ac:spMkLst>
        </pc:spChg>
        <pc:spChg chg="mod">
          <ac:chgData name="Uib Yb" userId="26709372b7269da8" providerId="LiveId" clId="{E9F01ED0-32B2-4459-ADD1-CF1E0777D357}" dt="2024-05-27T00:18:04.028" v="2" actId="20577"/>
          <ac:spMkLst>
            <pc:docMk/>
            <pc:sldMk cId="3277626181" sldId="285"/>
            <ac:spMk id="127" creationId="{8DB6F21F-12D9-436D-98DF-64CDC093F680}"/>
          </ac:spMkLst>
        </pc:spChg>
        <pc:picChg chg="del">
          <ac:chgData name="Uib Yb" userId="26709372b7269da8" providerId="LiveId" clId="{E9F01ED0-32B2-4459-ADD1-CF1E0777D357}" dt="2024-05-27T00:19:54.543" v="19" actId="478"/>
          <ac:picMkLst>
            <pc:docMk/>
            <pc:sldMk cId="3277626181" sldId="285"/>
            <ac:picMk id="10" creationId="{C5E44978-7D90-2B9D-7F7A-D84D23B87106}"/>
          </ac:picMkLst>
        </pc:picChg>
        <pc:picChg chg="add mod">
          <ac:chgData name="Uib Yb" userId="26709372b7269da8" providerId="LiveId" clId="{E9F01ED0-32B2-4459-ADD1-CF1E0777D357}" dt="2024-05-27T00:25:14.756" v="74" actId="1076"/>
          <ac:picMkLst>
            <pc:docMk/>
            <pc:sldMk cId="3277626181" sldId="285"/>
            <ac:picMk id="1026" creationId="{CB51130F-0F9F-C247-8268-AA0373BB52BB}"/>
          </ac:picMkLst>
        </pc:picChg>
      </pc:sldChg>
      <pc:sldChg chg="addSp delSp modSp add mod">
        <pc:chgData name="Uib Yb" userId="26709372b7269da8" providerId="LiveId" clId="{E9F01ED0-32B2-4459-ADD1-CF1E0777D357}" dt="2024-05-27T00:25:00.369" v="72" actId="1076"/>
        <pc:sldMkLst>
          <pc:docMk/>
          <pc:sldMk cId="324782959" sldId="286"/>
        </pc:sldMkLst>
        <pc:spChg chg="add mod">
          <ac:chgData name="Uib Yb" userId="26709372b7269da8" providerId="LiveId" clId="{E9F01ED0-32B2-4459-ADD1-CF1E0777D357}" dt="2024-05-27T00:25:00.369" v="72" actId="1076"/>
          <ac:spMkLst>
            <pc:docMk/>
            <pc:sldMk cId="324782959" sldId="286"/>
            <ac:spMk id="6" creationId="{9A670D3B-D831-F270-5553-BC222ABCC362}"/>
          </ac:spMkLst>
        </pc:spChg>
        <pc:spChg chg="mod">
          <ac:chgData name="Uib Yb" userId="26709372b7269da8" providerId="LiveId" clId="{E9F01ED0-32B2-4459-ADD1-CF1E0777D357}" dt="2024-05-27T00:23:59.905" v="66" actId="1076"/>
          <ac:spMkLst>
            <pc:docMk/>
            <pc:sldMk cId="324782959" sldId="286"/>
            <ac:spMk id="9" creationId="{B49248E4-37F6-B885-9D65-FE7DD3FB8031}"/>
          </ac:spMkLst>
        </pc:spChg>
        <pc:picChg chg="add mod">
          <ac:chgData name="Uib Yb" userId="26709372b7269da8" providerId="LiveId" clId="{E9F01ED0-32B2-4459-ADD1-CF1E0777D357}" dt="2024-05-27T00:23:40.508" v="63" actId="1076"/>
          <ac:picMkLst>
            <pc:docMk/>
            <pc:sldMk cId="324782959" sldId="286"/>
            <ac:picMk id="5" creationId="{F3A119F9-52D5-8834-6672-5124B8A900EE}"/>
          </ac:picMkLst>
        </pc:picChg>
        <pc:picChg chg="del mod">
          <ac:chgData name="Uib Yb" userId="26709372b7269da8" providerId="LiveId" clId="{E9F01ED0-32B2-4459-ADD1-CF1E0777D357}" dt="2024-05-27T00:23:26.254" v="59" actId="478"/>
          <ac:picMkLst>
            <pc:docMk/>
            <pc:sldMk cId="324782959" sldId="286"/>
            <ac:picMk id="1026" creationId="{CB51130F-0F9F-C247-8268-AA0373BB52BB}"/>
          </ac:picMkLst>
        </pc:picChg>
      </pc:sldChg>
      <pc:sldChg chg="add del">
        <pc:chgData name="Uib Yb" userId="26709372b7269da8" providerId="LiveId" clId="{E9F01ED0-32B2-4459-ADD1-CF1E0777D357}" dt="2024-05-27T00:26:05.168" v="81" actId="47"/>
        <pc:sldMkLst>
          <pc:docMk/>
          <pc:sldMk cId="2127354536" sldId="287"/>
        </pc:sldMkLst>
      </pc:sldChg>
      <pc:sldChg chg="addSp delSp modSp add mod">
        <pc:chgData name="Uib Yb" userId="26709372b7269da8" providerId="LiveId" clId="{E9F01ED0-32B2-4459-ADD1-CF1E0777D357}" dt="2024-05-27T00:32:03.460" v="147" actId="1076"/>
        <pc:sldMkLst>
          <pc:docMk/>
          <pc:sldMk cId="2932740735" sldId="287"/>
        </pc:sldMkLst>
        <pc:spChg chg="del">
          <ac:chgData name="Uib Yb" userId="26709372b7269da8" providerId="LiveId" clId="{E9F01ED0-32B2-4459-ADD1-CF1E0777D357}" dt="2024-05-27T00:26:34.432" v="91" actId="478"/>
          <ac:spMkLst>
            <pc:docMk/>
            <pc:sldMk cId="2932740735" sldId="287"/>
            <ac:spMk id="6" creationId="{9A670D3B-D831-F270-5553-BC222ABCC362}"/>
          </ac:spMkLst>
        </pc:spChg>
        <pc:spChg chg="add mod">
          <ac:chgData name="Uib Yb" userId="26709372b7269da8" providerId="LiveId" clId="{E9F01ED0-32B2-4459-ADD1-CF1E0777D357}" dt="2024-05-27T00:29:56.619" v="125" actId="255"/>
          <ac:spMkLst>
            <pc:docMk/>
            <pc:sldMk cId="2932740735" sldId="287"/>
            <ac:spMk id="8" creationId="{B326733D-1911-F92E-B8BA-AA7CAAB7116E}"/>
          </ac:spMkLst>
        </pc:spChg>
        <pc:spChg chg="del mod">
          <ac:chgData name="Uib Yb" userId="26709372b7269da8" providerId="LiveId" clId="{E9F01ED0-32B2-4459-ADD1-CF1E0777D357}" dt="2024-05-27T00:27:34.012" v="102" actId="478"/>
          <ac:spMkLst>
            <pc:docMk/>
            <pc:sldMk cId="2932740735" sldId="287"/>
            <ac:spMk id="9" creationId="{B49248E4-37F6-B885-9D65-FE7DD3FB8031}"/>
          </ac:spMkLst>
        </pc:spChg>
        <pc:spChg chg="add mod">
          <ac:chgData name="Uib Yb" userId="26709372b7269da8" providerId="LiveId" clId="{E9F01ED0-32B2-4459-ADD1-CF1E0777D357}" dt="2024-05-27T00:30:43.637" v="129" actId="1076"/>
          <ac:spMkLst>
            <pc:docMk/>
            <pc:sldMk cId="2932740735" sldId="287"/>
            <ac:spMk id="10" creationId="{1BEA5E89-23B0-A218-2E7D-2F7C1527861C}"/>
          </ac:spMkLst>
        </pc:spChg>
        <pc:spChg chg="add mod">
          <ac:chgData name="Uib Yb" userId="26709372b7269da8" providerId="LiveId" clId="{E9F01ED0-32B2-4459-ADD1-CF1E0777D357}" dt="2024-05-27T00:31:56.957" v="145" actId="14100"/>
          <ac:spMkLst>
            <pc:docMk/>
            <pc:sldMk cId="2932740735" sldId="287"/>
            <ac:spMk id="11" creationId="{AF74D518-DFD3-462E-BEF9-AE3FF5801061}"/>
          </ac:spMkLst>
        </pc:spChg>
        <pc:spChg chg="add del mod">
          <ac:chgData name="Uib Yb" userId="26709372b7269da8" providerId="LiveId" clId="{E9F01ED0-32B2-4459-ADD1-CF1E0777D357}" dt="2024-05-27T00:31:21.565" v="138" actId="478"/>
          <ac:spMkLst>
            <pc:docMk/>
            <pc:sldMk cId="2932740735" sldId="287"/>
            <ac:spMk id="12" creationId="{4A436385-B676-1FA8-250A-D707AFC0AC86}"/>
          </ac:spMkLst>
        </pc:spChg>
        <pc:picChg chg="del mod">
          <ac:chgData name="Uib Yb" userId="26709372b7269da8" providerId="LiveId" clId="{E9F01ED0-32B2-4459-ADD1-CF1E0777D357}" dt="2024-05-27T00:26:11.374" v="84" actId="478"/>
          <ac:picMkLst>
            <pc:docMk/>
            <pc:sldMk cId="2932740735" sldId="287"/>
            <ac:picMk id="5" creationId="{F3A119F9-52D5-8834-6672-5124B8A900EE}"/>
          </ac:picMkLst>
        </pc:picChg>
        <pc:picChg chg="add mod">
          <ac:chgData name="Uib Yb" userId="26709372b7269da8" providerId="LiveId" clId="{E9F01ED0-32B2-4459-ADD1-CF1E0777D357}" dt="2024-05-27T00:32:03.460" v="147" actId="1076"/>
          <ac:picMkLst>
            <pc:docMk/>
            <pc:sldMk cId="2932740735" sldId="287"/>
            <ac:picMk id="7" creationId="{3040E1A6-AAE9-1F1A-E0D3-4FD837394C64}"/>
          </ac:picMkLst>
        </pc:picChg>
      </pc:sldChg>
      <pc:sldChg chg="addSp delSp modSp add mod">
        <pc:chgData name="Uib Yb" userId="26709372b7269da8" providerId="LiveId" clId="{E9F01ED0-32B2-4459-ADD1-CF1E0777D357}" dt="2024-05-27T00:34:33.691" v="224" actId="20577"/>
        <pc:sldMkLst>
          <pc:docMk/>
          <pc:sldMk cId="1083389102" sldId="288"/>
        </pc:sldMkLst>
        <pc:spChg chg="mod">
          <ac:chgData name="Uib Yb" userId="26709372b7269da8" providerId="LiveId" clId="{E9F01ED0-32B2-4459-ADD1-CF1E0777D357}" dt="2024-05-27T00:34:04.660" v="219" actId="2711"/>
          <ac:spMkLst>
            <pc:docMk/>
            <pc:sldMk cId="1083389102" sldId="288"/>
            <ac:spMk id="8" creationId="{B326733D-1911-F92E-B8BA-AA7CAAB7116E}"/>
          </ac:spMkLst>
        </pc:spChg>
        <pc:spChg chg="mod">
          <ac:chgData name="Uib Yb" userId="26709372b7269da8" providerId="LiveId" clId="{E9F01ED0-32B2-4459-ADD1-CF1E0777D357}" dt="2024-05-27T00:34:33.691" v="224" actId="20577"/>
          <ac:spMkLst>
            <pc:docMk/>
            <pc:sldMk cId="1083389102" sldId="288"/>
            <ac:spMk id="10" creationId="{1BEA5E89-23B0-A218-2E7D-2F7C1527861C}"/>
          </ac:spMkLst>
        </pc:spChg>
        <pc:spChg chg="mod">
          <ac:chgData name="Uib Yb" userId="26709372b7269da8" providerId="LiveId" clId="{E9F01ED0-32B2-4459-ADD1-CF1E0777D357}" dt="2024-05-27T00:34:29.524" v="223" actId="2711"/>
          <ac:spMkLst>
            <pc:docMk/>
            <pc:sldMk cId="1083389102" sldId="288"/>
            <ac:spMk id="11" creationId="{AF74D518-DFD3-462E-BEF9-AE3FF5801061}"/>
          </ac:spMkLst>
        </pc:spChg>
        <pc:picChg chg="add mod">
          <ac:chgData name="Uib Yb" userId="26709372b7269da8" providerId="LiveId" clId="{E9F01ED0-32B2-4459-ADD1-CF1E0777D357}" dt="2024-05-27T00:32:30.767" v="153" actId="1076"/>
          <ac:picMkLst>
            <pc:docMk/>
            <pc:sldMk cId="1083389102" sldId="288"/>
            <ac:picMk id="5" creationId="{A11A11E0-8DA4-0E20-F13B-54A32E8C6FD3}"/>
          </ac:picMkLst>
        </pc:picChg>
        <pc:picChg chg="del">
          <ac:chgData name="Uib Yb" userId="26709372b7269da8" providerId="LiveId" clId="{E9F01ED0-32B2-4459-ADD1-CF1E0777D357}" dt="2024-05-27T00:32:17.967" v="149" actId="478"/>
          <ac:picMkLst>
            <pc:docMk/>
            <pc:sldMk cId="1083389102" sldId="288"/>
            <ac:picMk id="7" creationId="{3040E1A6-AAE9-1F1A-E0D3-4FD837394C64}"/>
          </ac:picMkLst>
        </pc:picChg>
      </pc:sldChg>
      <pc:sldChg chg="addSp delSp modSp add mod">
        <pc:chgData name="Uib Yb" userId="26709372b7269da8" providerId="LiveId" clId="{E9F01ED0-32B2-4459-ADD1-CF1E0777D357}" dt="2024-05-27T00:36:10.222" v="254" actId="2711"/>
        <pc:sldMkLst>
          <pc:docMk/>
          <pc:sldMk cId="1308219058" sldId="289"/>
        </pc:sldMkLst>
        <pc:spChg chg="mod">
          <ac:chgData name="Uib Yb" userId="26709372b7269da8" providerId="LiveId" clId="{E9F01ED0-32B2-4459-ADD1-CF1E0777D357}" dt="2024-05-27T00:35:11.092" v="235" actId="20577"/>
          <ac:spMkLst>
            <pc:docMk/>
            <pc:sldMk cId="1308219058" sldId="289"/>
            <ac:spMk id="8" creationId="{B326733D-1911-F92E-B8BA-AA7CAAB7116E}"/>
          </ac:spMkLst>
        </pc:spChg>
        <pc:spChg chg="mod">
          <ac:chgData name="Uib Yb" userId="26709372b7269da8" providerId="LiveId" clId="{E9F01ED0-32B2-4459-ADD1-CF1E0777D357}" dt="2024-05-27T00:35:54.176" v="250" actId="1076"/>
          <ac:spMkLst>
            <pc:docMk/>
            <pc:sldMk cId="1308219058" sldId="289"/>
            <ac:spMk id="10" creationId="{1BEA5E89-23B0-A218-2E7D-2F7C1527861C}"/>
          </ac:spMkLst>
        </pc:spChg>
        <pc:spChg chg="mod">
          <ac:chgData name="Uib Yb" userId="26709372b7269da8" providerId="LiveId" clId="{E9F01ED0-32B2-4459-ADD1-CF1E0777D357}" dt="2024-05-27T00:36:10.222" v="254" actId="2711"/>
          <ac:spMkLst>
            <pc:docMk/>
            <pc:sldMk cId="1308219058" sldId="289"/>
            <ac:spMk id="11" creationId="{AF74D518-DFD3-462E-BEF9-AE3FF5801061}"/>
          </ac:spMkLst>
        </pc:spChg>
        <pc:picChg chg="del">
          <ac:chgData name="Uib Yb" userId="26709372b7269da8" providerId="LiveId" clId="{E9F01ED0-32B2-4459-ADD1-CF1E0777D357}" dt="2024-05-27T00:35:11.839" v="236" actId="478"/>
          <ac:picMkLst>
            <pc:docMk/>
            <pc:sldMk cId="1308219058" sldId="289"/>
            <ac:picMk id="5" creationId="{A11A11E0-8DA4-0E20-F13B-54A32E8C6FD3}"/>
          </ac:picMkLst>
        </pc:picChg>
        <pc:picChg chg="add mod">
          <ac:chgData name="Uib Yb" userId="26709372b7269da8" providerId="LiveId" clId="{E9F01ED0-32B2-4459-ADD1-CF1E0777D357}" dt="2024-05-27T00:35:28.911" v="242" actId="1076"/>
          <ac:picMkLst>
            <pc:docMk/>
            <pc:sldMk cId="1308219058" sldId="289"/>
            <ac:picMk id="6" creationId="{6CEEDAD1-192C-ACC8-1850-53832B2DA43B}"/>
          </ac:picMkLst>
        </pc:picChg>
      </pc:sldChg>
      <pc:sldChg chg="addSp delSp modSp add mod">
        <pc:chgData name="Uib Yb" userId="26709372b7269da8" providerId="LiveId" clId="{E9F01ED0-32B2-4459-ADD1-CF1E0777D357}" dt="2024-05-27T00:38:43.330" v="291" actId="1076"/>
        <pc:sldMkLst>
          <pc:docMk/>
          <pc:sldMk cId="1837843213" sldId="290"/>
        </pc:sldMkLst>
        <pc:spChg chg="mod">
          <ac:chgData name="Uib Yb" userId="26709372b7269da8" providerId="LiveId" clId="{E9F01ED0-32B2-4459-ADD1-CF1E0777D357}" dt="2024-05-27T00:37:46.106" v="274" actId="20577"/>
          <ac:spMkLst>
            <pc:docMk/>
            <pc:sldMk cId="1837843213" sldId="290"/>
            <ac:spMk id="8" creationId="{B326733D-1911-F92E-B8BA-AA7CAAB7116E}"/>
          </ac:spMkLst>
        </pc:spChg>
        <pc:spChg chg="mod">
          <ac:chgData name="Uib Yb" userId="26709372b7269da8" providerId="LiveId" clId="{E9F01ED0-32B2-4459-ADD1-CF1E0777D357}" dt="2024-05-27T00:38:38.820" v="290" actId="1076"/>
          <ac:spMkLst>
            <pc:docMk/>
            <pc:sldMk cId="1837843213" sldId="290"/>
            <ac:spMk id="10" creationId="{1BEA5E89-23B0-A218-2E7D-2F7C1527861C}"/>
          </ac:spMkLst>
        </pc:spChg>
        <pc:spChg chg="del">
          <ac:chgData name="Uib Yb" userId="26709372b7269da8" providerId="LiveId" clId="{E9F01ED0-32B2-4459-ADD1-CF1E0777D357}" dt="2024-05-27T00:37:55.292" v="275" actId="478"/>
          <ac:spMkLst>
            <pc:docMk/>
            <pc:sldMk cId="1837843213" sldId="290"/>
            <ac:spMk id="11" creationId="{AF74D518-DFD3-462E-BEF9-AE3FF5801061}"/>
          </ac:spMkLst>
        </pc:spChg>
        <pc:picChg chg="add mod">
          <ac:chgData name="Uib Yb" userId="26709372b7269da8" providerId="LiveId" clId="{E9F01ED0-32B2-4459-ADD1-CF1E0777D357}" dt="2024-05-27T00:38:43.330" v="291" actId="1076"/>
          <ac:picMkLst>
            <pc:docMk/>
            <pc:sldMk cId="1837843213" sldId="290"/>
            <ac:picMk id="5" creationId="{33C14888-47BC-8E65-34D0-A5C4D4ABF95C}"/>
          </ac:picMkLst>
        </pc:picChg>
        <pc:picChg chg="del">
          <ac:chgData name="Uib Yb" userId="26709372b7269da8" providerId="LiveId" clId="{E9F01ED0-32B2-4459-ADD1-CF1E0777D357}" dt="2024-05-27T00:36:33.562" v="256" actId="478"/>
          <ac:picMkLst>
            <pc:docMk/>
            <pc:sldMk cId="1837843213" sldId="290"/>
            <ac:picMk id="6" creationId="{6CEEDAD1-192C-ACC8-1850-53832B2DA43B}"/>
          </ac:picMkLst>
        </pc:picChg>
      </pc:sldChg>
      <pc:sldChg chg="addSp delSp modSp add mod">
        <pc:chgData name="Uib Yb" userId="26709372b7269da8" providerId="LiveId" clId="{E9F01ED0-32B2-4459-ADD1-CF1E0777D357}" dt="2024-05-27T00:47:26.902" v="767" actId="255"/>
        <pc:sldMkLst>
          <pc:docMk/>
          <pc:sldMk cId="3872394630" sldId="291"/>
        </pc:sldMkLst>
        <pc:spChg chg="add mod">
          <ac:chgData name="Uib Yb" userId="26709372b7269da8" providerId="LiveId" clId="{E9F01ED0-32B2-4459-ADD1-CF1E0777D357}" dt="2024-05-27T00:47:26.902" v="767" actId="255"/>
          <ac:spMkLst>
            <pc:docMk/>
            <pc:sldMk cId="3872394630" sldId="291"/>
            <ac:spMk id="6" creationId="{EB2C49CB-63A4-1DDD-7CC7-83868EBDC717}"/>
          </ac:spMkLst>
        </pc:spChg>
        <pc:spChg chg="add mod ord">
          <ac:chgData name="Uib Yb" userId="26709372b7269da8" providerId="LiveId" clId="{E9F01ED0-32B2-4459-ADD1-CF1E0777D357}" dt="2024-05-27T00:43:09.710" v="503" actId="167"/>
          <ac:spMkLst>
            <pc:docMk/>
            <pc:sldMk cId="3872394630" sldId="291"/>
            <ac:spMk id="7" creationId="{BC1BD1A4-20E2-8578-BC25-FFB59BB73713}"/>
          </ac:spMkLst>
        </pc:spChg>
        <pc:spChg chg="del">
          <ac:chgData name="Uib Yb" userId="26709372b7269da8" providerId="LiveId" clId="{E9F01ED0-32B2-4459-ADD1-CF1E0777D357}" dt="2024-05-27T00:39:19.450" v="315" actId="478"/>
          <ac:spMkLst>
            <pc:docMk/>
            <pc:sldMk cId="3872394630" sldId="291"/>
            <ac:spMk id="8" creationId="{B326733D-1911-F92E-B8BA-AA7CAAB7116E}"/>
          </ac:spMkLst>
        </pc:spChg>
        <pc:spChg chg="add mod">
          <ac:chgData name="Uib Yb" userId="26709372b7269da8" providerId="LiveId" clId="{E9F01ED0-32B2-4459-ADD1-CF1E0777D357}" dt="2024-05-27T00:42:36.843" v="494" actId="1076"/>
          <ac:spMkLst>
            <pc:docMk/>
            <pc:sldMk cId="3872394630" sldId="291"/>
            <ac:spMk id="9" creationId="{EC8ECE6E-5DC3-C21D-8E59-86A106AB0717}"/>
          </ac:spMkLst>
        </pc:spChg>
        <pc:spChg chg="mod">
          <ac:chgData name="Uib Yb" userId="26709372b7269da8" providerId="LiveId" clId="{E9F01ED0-32B2-4459-ADD1-CF1E0777D357}" dt="2024-05-27T00:41:42.467" v="488" actId="1076"/>
          <ac:spMkLst>
            <pc:docMk/>
            <pc:sldMk cId="3872394630" sldId="291"/>
            <ac:spMk id="10" creationId="{1BEA5E89-23B0-A218-2E7D-2F7C1527861C}"/>
          </ac:spMkLst>
        </pc:spChg>
        <pc:spChg chg="add mod">
          <ac:chgData name="Uib Yb" userId="26709372b7269da8" providerId="LiveId" clId="{E9F01ED0-32B2-4459-ADD1-CF1E0777D357}" dt="2024-05-27T00:42:42.781" v="496" actId="1076"/>
          <ac:spMkLst>
            <pc:docMk/>
            <pc:sldMk cId="3872394630" sldId="291"/>
            <ac:spMk id="11" creationId="{71969271-8600-9B75-570E-60676AB692B2}"/>
          </ac:spMkLst>
        </pc:spChg>
        <pc:spChg chg="add mod">
          <ac:chgData name="Uib Yb" userId="26709372b7269da8" providerId="LiveId" clId="{E9F01ED0-32B2-4459-ADD1-CF1E0777D357}" dt="2024-05-27T00:43:17.536" v="504" actId="1076"/>
          <ac:spMkLst>
            <pc:docMk/>
            <pc:sldMk cId="3872394630" sldId="291"/>
            <ac:spMk id="12" creationId="{BEED6E15-CC75-56B3-276D-FAB2F5C46BAA}"/>
          </ac:spMkLst>
        </pc:spChg>
        <pc:spChg chg="add mod">
          <ac:chgData name="Uib Yb" userId="26709372b7269da8" providerId="LiveId" clId="{E9F01ED0-32B2-4459-ADD1-CF1E0777D357}" dt="2024-05-27T00:46:33.179" v="699" actId="255"/>
          <ac:spMkLst>
            <pc:docMk/>
            <pc:sldMk cId="3872394630" sldId="291"/>
            <ac:spMk id="13" creationId="{3AFA4647-4D02-E0C1-41FC-9E0BF9B804AA}"/>
          </ac:spMkLst>
        </pc:spChg>
        <pc:spChg chg="add mod">
          <ac:chgData name="Uib Yb" userId="26709372b7269da8" providerId="LiveId" clId="{E9F01ED0-32B2-4459-ADD1-CF1E0777D357}" dt="2024-05-27T00:46:27.584" v="698" actId="255"/>
          <ac:spMkLst>
            <pc:docMk/>
            <pc:sldMk cId="3872394630" sldId="291"/>
            <ac:spMk id="14" creationId="{89A5A233-FB99-24E9-DE01-988E1D26A0AE}"/>
          </ac:spMkLst>
        </pc:spChg>
        <pc:spChg chg="mod">
          <ac:chgData name="Uib Yb" userId="26709372b7269da8" providerId="LiveId" clId="{E9F01ED0-32B2-4459-ADD1-CF1E0777D357}" dt="2024-05-27T00:39:16.032" v="314" actId="1076"/>
          <ac:spMkLst>
            <pc:docMk/>
            <pc:sldMk cId="3872394630" sldId="291"/>
            <ac:spMk id="126" creationId="{7A475A64-51D9-4B36-9EC5-E5AA45315293}"/>
          </ac:spMkLst>
        </pc:spChg>
        <pc:picChg chg="del">
          <ac:chgData name="Uib Yb" userId="26709372b7269da8" providerId="LiveId" clId="{E9F01ED0-32B2-4459-ADD1-CF1E0777D357}" dt="2024-05-27T00:39:38.789" v="316" actId="478"/>
          <ac:picMkLst>
            <pc:docMk/>
            <pc:sldMk cId="3872394630" sldId="291"/>
            <ac:picMk id="5" creationId="{33C14888-47BC-8E65-34D0-A5C4D4ABF95C}"/>
          </ac:picMkLst>
        </pc:picChg>
      </pc:sldChg>
      <pc:sldChg chg="addSp delSp modSp add mod">
        <pc:chgData name="Uib Yb" userId="26709372b7269da8" providerId="LiveId" clId="{E9F01ED0-32B2-4459-ADD1-CF1E0777D357}" dt="2024-05-27T00:49:31.283" v="987" actId="478"/>
        <pc:sldMkLst>
          <pc:docMk/>
          <pc:sldMk cId="1922402652" sldId="292"/>
        </pc:sldMkLst>
        <pc:spChg chg="del mod">
          <ac:chgData name="Uib Yb" userId="26709372b7269da8" providerId="LiveId" clId="{E9F01ED0-32B2-4459-ADD1-CF1E0777D357}" dt="2024-05-27T00:49:06.520" v="982" actId="478"/>
          <ac:spMkLst>
            <pc:docMk/>
            <pc:sldMk cId="1922402652" sldId="292"/>
            <ac:spMk id="6" creationId="{EB2C49CB-63A4-1DDD-7CC7-83868EBDC717}"/>
          </ac:spMkLst>
        </pc:spChg>
        <pc:spChg chg="del">
          <ac:chgData name="Uib Yb" userId="26709372b7269da8" providerId="LiveId" clId="{E9F01ED0-32B2-4459-ADD1-CF1E0777D357}" dt="2024-05-27T00:49:04.770" v="981" actId="478"/>
          <ac:spMkLst>
            <pc:docMk/>
            <pc:sldMk cId="1922402652" sldId="292"/>
            <ac:spMk id="7" creationId="{BC1BD1A4-20E2-8578-BC25-FFB59BB73713}"/>
          </ac:spMkLst>
        </pc:spChg>
        <pc:spChg chg="mod">
          <ac:chgData name="Uib Yb" userId="26709372b7269da8" providerId="LiveId" clId="{E9F01ED0-32B2-4459-ADD1-CF1E0777D357}" dt="2024-05-27T00:48:17.688" v="858" actId="255"/>
          <ac:spMkLst>
            <pc:docMk/>
            <pc:sldMk cId="1922402652" sldId="292"/>
            <ac:spMk id="12" creationId="{BEED6E15-CC75-56B3-276D-FAB2F5C46BAA}"/>
          </ac:spMkLst>
        </pc:spChg>
        <pc:spChg chg="mod">
          <ac:chgData name="Uib Yb" userId="26709372b7269da8" providerId="LiveId" clId="{E9F01ED0-32B2-4459-ADD1-CF1E0777D357}" dt="2024-05-27T00:48:43.499" v="922" actId="20577"/>
          <ac:spMkLst>
            <pc:docMk/>
            <pc:sldMk cId="1922402652" sldId="292"/>
            <ac:spMk id="13" creationId="{3AFA4647-4D02-E0C1-41FC-9E0BF9B804AA}"/>
          </ac:spMkLst>
        </pc:spChg>
        <pc:spChg chg="mod">
          <ac:chgData name="Uib Yb" userId="26709372b7269da8" providerId="LiveId" clId="{E9F01ED0-32B2-4459-ADD1-CF1E0777D357}" dt="2024-05-27T00:49:03.140" v="979" actId="20577"/>
          <ac:spMkLst>
            <pc:docMk/>
            <pc:sldMk cId="1922402652" sldId="292"/>
            <ac:spMk id="14" creationId="{89A5A233-FB99-24E9-DE01-988E1D26A0AE}"/>
          </ac:spMkLst>
        </pc:spChg>
        <pc:picChg chg="add del mod">
          <ac:chgData name="Uib Yb" userId="26709372b7269da8" providerId="LiveId" clId="{E9F01ED0-32B2-4459-ADD1-CF1E0777D357}" dt="2024-05-27T00:49:31.283" v="987" actId="478"/>
          <ac:picMkLst>
            <pc:docMk/>
            <pc:sldMk cId="1922402652" sldId="292"/>
            <ac:picMk id="5" creationId="{46FBF8AA-3FC3-5452-9A69-BA5922E08E05}"/>
          </ac:picMkLst>
        </pc:picChg>
      </pc:sldChg>
      <pc:sldChg chg="addSp delSp modSp add mod">
        <pc:chgData name="Uib Yb" userId="26709372b7269da8" providerId="LiveId" clId="{E9F01ED0-32B2-4459-ADD1-CF1E0777D357}" dt="2024-05-27T00:50:26.794" v="1017" actId="1037"/>
        <pc:sldMkLst>
          <pc:docMk/>
          <pc:sldMk cId="3972482513" sldId="293"/>
        </pc:sldMkLst>
        <pc:spChg chg="del">
          <ac:chgData name="Uib Yb" userId="26709372b7269da8" providerId="LiveId" clId="{E9F01ED0-32B2-4459-ADD1-CF1E0777D357}" dt="2024-05-27T00:49:44.083" v="993" actId="478"/>
          <ac:spMkLst>
            <pc:docMk/>
            <pc:sldMk cId="3972482513" sldId="293"/>
            <ac:spMk id="9" creationId="{EC8ECE6E-5DC3-C21D-8E59-86A106AB0717}"/>
          </ac:spMkLst>
        </pc:spChg>
        <pc:spChg chg="del">
          <ac:chgData name="Uib Yb" userId="26709372b7269da8" providerId="LiveId" clId="{E9F01ED0-32B2-4459-ADD1-CF1E0777D357}" dt="2024-05-27T00:49:39.925" v="989" actId="478"/>
          <ac:spMkLst>
            <pc:docMk/>
            <pc:sldMk cId="3972482513" sldId="293"/>
            <ac:spMk id="10" creationId="{1BEA5E89-23B0-A218-2E7D-2F7C1527861C}"/>
          </ac:spMkLst>
        </pc:spChg>
        <pc:spChg chg="del mod">
          <ac:chgData name="Uib Yb" userId="26709372b7269da8" providerId="LiveId" clId="{E9F01ED0-32B2-4459-ADD1-CF1E0777D357}" dt="2024-05-27T00:49:47.773" v="998" actId="478"/>
          <ac:spMkLst>
            <pc:docMk/>
            <pc:sldMk cId="3972482513" sldId="293"/>
            <ac:spMk id="11" creationId="{71969271-8600-9B75-570E-60676AB692B2}"/>
          </ac:spMkLst>
        </pc:spChg>
        <pc:spChg chg="del">
          <ac:chgData name="Uib Yb" userId="26709372b7269da8" providerId="LiveId" clId="{E9F01ED0-32B2-4459-ADD1-CF1E0777D357}" dt="2024-05-27T00:49:40.700" v="990" actId="478"/>
          <ac:spMkLst>
            <pc:docMk/>
            <pc:sldMk cId="3972482513" sldId="293"/>
            <ac:spMk id="12" creationId="{BEED6E15-CC75-56B3-276D-FAB2F5C46BAA}"/>
          </ac:spMkLst>
        </pc:spChg>
        <pc:spChg chg="del mod">
          <ac:chgData name="Uib Yb" userId="26709372b7269da8" providerId="LiveId" clId="{E9F01ED0-32B2-4459-ADD1-CF1E0777D357}" dt="2024-05-27T00:49:42.369" v="992" actId="478"/>
          <ac:spMkLst>
            <pc:docMk/>
            <pc:sldMk cId="3972482513" sldId="293"/>
            <ac:spMk id="13" creationId="{3AFA4647-4D02-E0C1-41FC-9E0BF9B804AA}"/>
          </ac:spMkLst>
        </pc:spChg>
        <pc:spChg chg="del mod">
          <ac:chgData name="Uib Yb" userId="26709372b7269da8" providerId="LiveId" clId="{E9F01ED0-32B2-4459-ADD1-CF1E0777D357}" dt="2024-05-27T00:49:47.221" v="997" actId="478"/>
          <ac:spMkLst>
            <pc:docMk/>
            <pc:sldMk cId="3972482513" sldId="293"/>
            <ac:spMk id="14" creationId="{89A5A233-FB99-24E9-DE01-988E1D26A0AE}"/>
          </ac:spMkLst>
        </pc:spChg>
        <pc:picChg chg="add mod">
          <ac:chgData name="Uib Yb" userId="26709372b7269da8" providerId="LiveId" clId="{E9F01ED0-32B2-4459-ADD1-CF1E0777D357}" dt="2024-05-27T00:50:12.579" v="1008" actId="1076"/>
          <ac:picMkLst>
            <pc:docMk/>
            <pc:sldMk cId="3972482513" sldId="293"/>
            <ac:picMk id="5" creationId="{D685E677-127E-2D9A-9D0A-4B5A03363794}"/>
          </ac:picMkLst>
        </pc:picChg>
        <pc:picChg chg="add mod">
          <ac:chgData name="Uib Yb" userId="26709372b7269da8" providerId="LiveId" clId="{E9F01ED0-32B2-4459-ADD1-CF1E0777D357}" dt="2024-05-27T00:50:26.794" v="1017" actId="1037"/>
          <ac:picMkLst>
            <pc:docMk/>
            <pc:sldMk cId="3972482513" sldId="293"/>
            <ac:picMk id="6" creationId="{5A6C3C32-B074-3C9C-41EC-D4A223A331F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144A-7DF5-4E18-8CB9-ED753FA6E8CE}" type="datetimeFigureOut">
              <a:rPr lang="ko-KR" altLang="en-US" smtClean="0"/>
              <a:t>2024-05-27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CA95-1531-40C0-B3AB-DAC59CCC7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992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144A-7DF5-4E18-8CB9-ED753FA6E8CE}" type="datetimeFigureOut">
              <a:rPr lang="ko-KR" altLang="en-US" smtClean="0"/>
              <a:t>2024-05-27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CA95-1531-40C0-B3AB-DAC59CCC7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1522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144A-7DF5-4E18-8CB9-ED753FA6E8CE}" type="datetimeFigureOut">
              <a:rPr lang="ko-KR" altLang="en-US" smtClean="0"/>
              <a:t>2024-05-27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CA95-1531-40C0-B3AB-DAC59CCC7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190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144A-7DF5-4E18-8CB9-ED753FA6E8CE}" type="datetimeFigureOut">
              <a:rPr lang="ko-KR" altLang="en-US" smtClean="0"/>
              <a:t>2024-05-27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CA95-1531-40C0-B3AB-DAC59CCC7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2769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144A-7DF5-4E18-8CB9-ED753FA6E8CE}" type="datetimeFigureOut">
              <a:rPr lang="ko-KR" altLang="en-US" smtClean="0"/>
              <a:t>2024-05-27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CA95-1531-40C0-B3AB-DAC59CCC7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977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144A-7DF5-4E18-8CB9-ED753FA6E8CE}" type="datetimeFigureOut">
              <a:rPr lang="ko-KR" altLang="en-US" smtClean="0"/>
              <a:t>2024-05-27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CA95-1531-40C0-B3AB-DAC59CCC7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709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144A-7DF5-4E18-8CB9-ED753FA6E8CE}" type="datetimeFigureOut">
              <a:rPr lang="ko-KR" altLang="en-US" smtClean="0"/>
              <a:t>2024-05-27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CA95-1531-40C0-B3AB-DAC59CCC7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151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144A-7DF5-4E18-8CB9-ED753FA6E8CE}" type="datetimeFigureOut">
              <a:rPr lang="ko-KR" altLang="en-US" smtClean="0"/>
              <a:t>2024-05-27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CA95-1531-40C0-B3AB-DAC59CCC7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324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144A-7DF5-4E18-8CB9-ED753FA6E8CE}" type="datetimeFigureOut">
              <a:rPr lang="ko-KR" altLang="en-US" smtClean="0"/>
              <a:t>2024-05-27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CA95-1531-40C0-B3AB-DAC59CCC7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730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144A-7DF5-4E18-8CB9-ED753FA6E8CE}" type="datetimeFigureOut">
              <a:rPr lang="ko-KR" altLang="en-US" smtClean="0"/>
              <a:t>2024-05-27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CA95-1531-40C0-B3AB-DAC59CCC7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764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144A-7DF5-4E18-8CB9-ED753FA6E8CE}" type="datetimeFigureOut">
              <a:rPr lang="ko-KR" altLang="en-US" smtClean="0"/>
              <a:t>2024-05-27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CA95-1531-40C0-B3AB-DAC59CCC7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010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0144A-7DF5-4E18-8CB9-ED753FA6E8CE}" type="datetimeFigureOut">
              <a:rPr lang="ko-KR" altLang="en-US" smtClean="0"/>
              <a:t>2024-05-27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8BCA95-1531-40C0-B3AB-DAC59CCC7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81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859499-4A1D-45CB-9ABF-B19DDD7EFAF2}"/>
              </a:ext>
            </a:extLst>
          </p:cNvPr>
          <p:cNvSpPr txBox="1"/>
          <p:nvPr/>
        </p:nvSpPr>
        <p:spPr>
          <a:xfrm>
            <a:off x="4598495" y="1894200"/>
            <a:ext cx="35958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b="1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뼈의 이름과 척추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3F13511-6E2B-4579-8D79-AB1B6DEFCD5C}"/>
              </a:ext>
            </a:extLst>
          </p:cNvPr>
          <p:cNvSpPr/>
          <p:nvPr/>
        </p:nvSpPr>
        <p:spPr>
          <a:xfrm>
            <a:off x="4590482" y="2754749"/>
            <a:ext cx="3611881" cy="1213664"/>
          </a:xfrm>
          <a:prstGeom prst="rect">
            <a:avLst/>
          </a:prstGeom>
          <a:solidFill>
            <a:srgbClr val="4457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557516-C7A7-49D1-B762-AF36DCE45BAD}"/>
              </a:ext>
            </a:extLst>
          </p:cNvPr>
          <p:cNvSpPr txBox="1"/>
          <p:nvPr/>
        </p:nvSpPr>
        <p:spPr>
          <a:xfrm>
            <a:off x="5587546" y="2768084"/>
            <a:ext cx="16177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pc="-1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23619007 </a:t>
            </a:r>
            <a:r>
              <a:rPr lang="ko-KR" altLang="en-US" spc="-10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박유빈</a:t>
            </a:r>
            <a:endParaRPr lang="en-US" altLang="ko-KR" spc="-10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pPr algn="ctr"/>
            <a:r>
              <a:rPr lang="en-US" altLang="ko-KR" spc="-1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23619013 </a:t>
            </a:r>
            <a:r>
              <a:rPr lang="ko-KR" altLang="en-US" spc="-1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송은주</a:t>
            </a:r>
            <a:endParaRPr lang="en-US" altLang="ko-KR" spc="-10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pPr algn="ctr"/>
            <a:r>
              <a:rPr lang="en-US" altLang="ko-KR" spc="-1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23619017 </a:t>
            </a:r>
            <a:r>
              <a:rPr lang="ko-KR" altLang="en-US" spc="-1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이승호</a:t>
            </a:r>
            <a:endParaRPr lang="en-US" altLang="ko-KR" spc="-10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pPr algn="ctr"/>
            <a:r>
              <a:rPr lang="en-US" altLang="ko-KR" spc="-1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23619024 </a:t>
            </a:r>
            <a:r>
              <a:rPr lang="ko-KR" altLang="en-US" spc="-10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정아영</a:t>
            </a:r>
            <a:endParaRPr lang="ko-KR" altLang="en-US" spc="-10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3481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7E20EC14-668E-49D5-B5D8-44954071D24F}"/>
              </a:ext>
            </a:extLst>
          </p:cNvPr>
          <p:cNvGrpSpPr/>
          <p:nvPr/>
        </p:nvGrpSpPr>
        <p:grpSpPr>
          <a:xfrm>
            <a:off x="1996820" y="1669435"/>
            <a:ext cx="1975105" cy="568940"/>
            <a:chOff x="4987670" y="2688610"/>
            <a:chExt cx="1975105" cy="568940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650CA972-05DA-44E8-B7F7-325EE732D8A0}"/>
                </a:ext>
              </a:extLst>
            </p:cNvPr>
            <p:cNvSpPr/>
            <p:nvPr/>
          </p:nvSpPr>
          <p:spPr>
            <a:xfrm>
              <a:off x="4987670" y="2713256"/>
              <a:ext cx="1975105" cy="544294"/>
            </a:xfrm>
            <a:prstGeom prst="roundRect">
              <a:avLst>
                <a:gd name="adj" fmla="val 50000"/>
              </a:avLst>
            </a:prstGeom>
            <a:solidFill>
              <a:srgbClr val="4F92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FFF9882-A165-43E2-98C5-F9C7B743D867}"/>
                </a:ext>
              </a:extLst>
            </p:cNvPr>
            <p:cNvSpPr txBox="1"/>
            <p:nvPr/>
          </p:nvSpPr>
          <p:spPr>
            <a:xfrm>
              <a:off x="5163141" y="2688610"/>
              <a:ext cx="1624163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000" spc="-15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CONTENS</a:t>
              </a:r>
              <a:endParaRPr lang="ko-KR" altLang="en-US" sz="3000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351B53F-D6D1-44AC-8B2C-7C6EB05DF00F}"/>
              </a:ext>
            </a:extLst>
          </p:cNvPr>
          <p:cNvGrpSpPr/>
          <p:nvPr/>
        </p:nvGrpSpPr>
        <p:grpSpPr>
          <a:xfrm>
            <a:off x="2011722" y="2940076"/>
            <a:ext cx="3939517" cy="584775"/>
            <a:chOff x="2011722" y="2362558"/>
            <a:chExt cx="3939517" cy="58477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ACEB289-75B7-4EC2-A7C6-A892A9A5F024}"/>
                </a:ext>
              </a:extLst>
            </p:cNvPr>
            <p:cNvSpPr txBox="1"/>
            <p:nvPr/>
          </p:nvSpPr>
          <p:spPr>
            <a:xfrm>
              <a:off x="2863534" y="2362558"/>
              <a:ext cx="308770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800" b="1" spc="-1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4F92BF"/>
                  </a:solidFill>
                  <a:latin typeface="배스킨라빈스 R" panose="02020603020101020101" pitchFamily="18" charset="-127"/>
                  <a:ea typeface="배스킨라빈스 R" panose="02020603020101020101" pitchFamily="18" charset="-127"/>
                </a:rPr>
                <a:t>뼈의 이름</a:t>
              </a:r>
              <a:r>
                <a:rPr lang="en-US" altLang="ko-KR" sz="2800" b="1" spc="-1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4F92BF"/>
                  </a:solidFill>
                  <a:latin typeface="배스킨라빈스 R" panose="02020603020101020101" pitchFamily="18" charset="-127"/>
                  <a:ea typeface="배스킨라빈스 R" panose="02020603020101020101" pitchFamily="18" charset="-127"/>
                </a:rPr>
                <a:t>, </a:t>
              </a:r>
              <a:r>
                <a:rPr lang="ko-KR" altLang="en-US" sz="2800" b="1" spc="-1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4F92BF"/>
                  </a:solidFill>
                  <a:latin typeface="배스킨라빈스 R" panose="02020603020101020101" pitchFamily="18" charset="-127"/>
                  <a:ea typeface="배스킨라빈스 R" panose="02020603020101020101" pitchFamily="18" charset="-127"/>
                </a:rPr>
                <a:t>형태</a:t>
              </a:r>
              <a:r>
                <a:rPr lang="en-US" altLang="ko-KR" sz="2800" b="1" spc="-1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4F92BF"/>
                  </a:solidFill>
                  <a:latin typeface="배스킨라빈스 R" panose="02020603020101020101" pitchFamily="18" charset="-127"/>
                  <a:ea typeface="배스킨라빈스 R" panose="02020603020101020101" pitchFamily="18" charset="-127"/>
                </a:rPr>
                <a:t>, </a:t>
              </a:r>
              <a:r>
                <a:rPr lang="ko-KR" altLang="en-US" sz="2800" b="1" spc="-1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4F92BF"/>
                  </a:solidFill>
                  <a:latin typeface="배스킨라빈스 R" panose="02020603020101020101" pitchFamily="18" charset="-127"/>
                  <a:ea typeface="배스킨라빈스 R" panose="02020603020101020101" pitchFamily="18" charset="-127"/>
                </a:rPr>
                <a:t>위치</a:t>
              </a:r>
              <a:r>
                <a:rPr lang="en-US" altLang="ko-KR" sz="2800" b="1" spc="-1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4F92BF"/>
                  </a:solidFill>
                  <a:latin typeface="배스킨라빈스 R" panose="02020603020101020101" pitchFamily="18" charset="-127"/>
                  <a:ea typeface="배스킨라빈스 R" panose="02020603020101020101" pitchFamily="18" charset="-127"/>
                </a:rPr>
                <a:t>.</a:t>
              </a:r>
              <a:endParaRPr lang="ko-KR" altLang="en-US" sz="2800" b="1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4F92BF"/>
                </a:solidFill>
                <a:latin typeface="배스킨라빈스 R" panose="02020603020101020101" pitchFamily="18" charset="-127"/>
                <a:ea typeface="배스킨라빈스 R" panose="0202060302010102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D37D7BB-7722-4C01-9F91-38CEF7C67611}"/>
                </a:ext>
              </a:extLst>
            </p:cNvPr>
            <p:cNvSpPr txBox="1"/>
            <p:nvPr/>
          </p:nvSpPr>
          <p:spPr>
            <a:xfrm>
              <a:off x="2011722" y="2393335"/>
              <a:ext cx="59503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000" i="1" spc="-15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44576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01</a:t>
              </a:r>
              <a:endParaRPr lang="ko-KR" altLang="en-US" sz="3000" i="1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44576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FE042A7F-AB2B-42D5-BDA0-F55A4C262BFA}"/>
                </a:ext>
              </a:extLst>
            </p:cNvPr>
            <p:cNvCxnSpPr>
              <a:cxnSpLocks/>
            </p:cNvCxnSpPr>
            <p:nvPr/>
          </p:nvCxnSpPr>
          <p:spPr>
            <a:xfrm>
              <a:off x="2585168" y="2714415"/>
              <a:ext cx="22225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006F75C-2E98-4E84-B5C3-A4DA226439C8}"/>
              </a:ext>
            </a:extLst>
          </p:cNvPr>
          <p:cNvGrpSpPr/>
          <p:nvPr/>
        </p:nvGrpSpPr>
        <p:grpSpPr>
          <a:xfrm>
            <a:off x="1987658" y="4116509"/>
            <a:ext cx="1543046" cy="553998"/>
            <a:chOff x="2011722" y="3607150"/>
            <a:chExt cx="1543046" cy="55399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52FEF97-A62B-4505-9C1B-71C7A92BA683}"/>
                </a:ext>
              </a:extLst>
            </p:cNvPr>
            <p:cNvSpPr txBox="1"/>
            <p:nvPr/>
          </p:nvSpPr>
          <p:spPr>
            <a:xfrm>
              <a:off x="2887598" y="3697397"/>
              <a:ext cx="6671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spc="-150" dirty="0" err="1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4F92BF"/>
                  </a:solidFill>
                  <a:latin typeface="배스킨라빈스 R" panose="02020603020101020101" pitchFamily="18" charset="-127"/>
                  <a:ea typeface="배스킨라빈스 R" panose="02020603020101020101" pitchFamily="18" charset="-127"/>
                </a:rPr>
                <a:t>척주</a:t>
              </a:r>
              <a:endParaRPr lang="ko-KR" altLang="en-US" sz="2400" b="1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4F92BF"/>
                </a:solidFill>
                <a:latin typeface="배스킨라빈스 R" panose="02020603020101020101" pitchFamily="18" charset="-127"/>
                <a:ea typeface="배스킨라빈스 R" panose="02020603020101020101" pitchFamily="18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B80EAFE-BAD1-4824-A671-47153B8AF657}"/>
                </a:ext>
              </a:extLst>
            </p:cNvPr>
            <p:cNvSpPr txBox="1"/>
            <p:nvPr/>
          </p:nvSpPr>
          <p:spPr>
            <a:xfrm>
              <a:off x="2011722" y="3607150"/>
              <a:ext cx="59503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000" i="1" spc="-15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445763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02</a:t>
              </a:r>
              <a:endParaRPr lang="ko-KR" altLang="en-US" sz="3000" i="1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44576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57484813-7D5E-4949-A6AB-0320B9CF1522}"/>
                </a:ext>
              </a:extLst>
            </p:cNvPr>
            <p:cNvCxnSpPr>
              <a:cxnSpLocks/>
            </p:cNvCxnSpPr>
            <p:nvPr/>
          </p:nvCxnSpPr>
          <p:spPr>
            <a:xfrm>
              <a:off x="2585168" y="3928230"/>
              <a:ext cx="22225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384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48E4-37F6-B885-9D65-FE7DD3FB8031}"/>
              </a:ext>
            </a:extLst>
          </p:cNvPr>
          <p:cNvSpPr/>
          <p:nvPr/>
        </p:nvSpPr>
        <p:spPr>
          <a:xfrm>
            <a:off x="275687" y="2194619"/>
            <a:ext cx="3670671" cy="3424128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1333415" y="128807"/>
            <a:ext cx="2720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뼈대계통의 역할</a:t>
            </a:r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41963" y="128807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800" spc="-1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텍스트, 스크린샷, 해골, 폰트이(가) 표시된 사진&#10;&#10;자동 생성된 설명">
            <a:extLst>
              <a:ext uri="{FF2B5EF4-FFF2-40B4-BE49-F238E27FC236}">
                <a16:creationId xmlns:a16="http://schemas.microsoft.com/office/drawing/2014/main" id="{6CC0AEE6-449E-4D5F-254C-9C151B62D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880" y="1349568"/>
            <a:ext cx="4889360" cy="4810889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651F08-69BB-34D5-A727-F0F81045FFD3}"/>
              </a:ext>
            </a:extLst>
          </p:cNvPr>
          <p:cNvSpPr txBox="1"/>
          <p:nvPr/>
        </p:nvSpPr>
        <p:spPr>
          <a:xfrm>
            <a:off x="448395" y="2457084"/>
            <a:ext cx="350377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ko-KR" altLang="en-US" dirty="0">
                <a:effectLst/>
                <a:latin typeface="Helvetica" pitchFamily="2" charset="0"/>
              </a:rPr>
              <a:t>＊인간의 뼈는 약 </a:t>
            </a:r>
            <a:r>
              <a:rPr lang="en-US" altLang="ko-KR" dirty="0">
                <a:effectLst/>
                <a:latin typeface="Helvetica" pitchFamily="2" charset="0"/>
              </a:rPr>
              <a:t>270</a:t>
            </a:r>
            <a:r>
              <a:rPr lang="ko-KR" altLang="en-US" dirty="0">
                <a:effectLst/>
                <a:latin typeface="Helvetica" pitchFamily="2" charset="0"/>
              </a:rPr>
              <a:t>개 이상의 뼈를 가지고 태어나지만 성장과정을 거치면서 뼈들이 합쳐지고 변화하여 성인이 되었을 때 </a:t>
            </a:r>
            <a:r>
              <a:rPr lang="en-US" altLang="ko-KR" dirty="0">
                <a:effectLst/>
                <a:latin typeface="Helvetica" pitchFamily="2" charset="0"/>
              </a:rPr>
              <a:t>206</a:t>
            </a:r>
            <a:r>
              <a:rPr lang="ko-KR" altLang="en-US" dirty="0">
                <a:effectLst/>
                <a:latin typeface="Helvetica" pitchFamily="2" charset="0"/>
              </a:rPr>
              <a:t>개의 뼈로 자리잡게 됩니다</a:t>
            </a:r>
            <a:r>
              <a:rPr lang="en-US" altLang="ko-KR" dirty="0">
                <a:effectLst/>
                <a:latin typeface="Helvetica" pitchFamily="2" charset="0"/>
              </a:rPr>
              <a:t>. </a:t>
            </a:r>
            <a:r>
              <a:rPr lang="ko-KR" altLang="en-US" dirty="0">
                <a:effectLst/>
                <a:latin typeface="Helvetica" pitchFamily="2" charset="0"/>
              </a:rPr>
              <a:t>이러한 뼈들이 모여 몸통뼈대</a:t>
            </a:r>
            <a:r>
              <a:rPr lang="en-US" altLang="ko-KR" dirty="0">
                <a:effectLst/>
                <a:latin typeface="Helvetica" pitchFamily="2" charset="0"/>
              </a:rPr>
              <a:t>(</a:t>
            </a:r>
            <a:r>
              <a:rPr lang="en" altLang="ko-KR" dirty="0">
                <a:effectLst/>
                <a:latin typeface="Helvetica" pitchFamily="2" charset="0"/>
              </a:rPr>
              <a:t>Axial Skeleton)</a:t>
            </a:r>
            <a:r>
              <a:rPr lang="ko-KR" altLang="en-US" dirty="0">
                <a:effectLst/>
                <a:latin typeface="Helvetica" pitchFamily="2" charset="0"/>
              </a:rPr>
              <a:t>와 </a:t>
            </a:r>
            <a:r>
              <a:rPr lang="ko-KR" altLang="en-US" dirty="0" err="1">
                <a:effectLst/>
                <a:latin typeface="Helvetica" pitchFamily="2" charset="0"/>
              </a:rPr>
              <a:t>팔다리뼈대</a:t>
            </a:r>
            <a:r>
              <a:rPr lang="en-US" altLang="ko-KR" dirty="0">
                <a:effectLst/>
                <a:latin typeface="Helvetica" pitchFamily="2" charset="0"/>
              </a:rPr>
              <a:t>(</a:t>
            </a:r>
            <a:r>
              <a:rPr lang="en" altLang="ko-KR" dirty="0">
                <a:effectLst/>
                <a:latin typeface="Helvetica" pitchFamily="2" charset="0"/>
              </a:rPr>
              <a:t>Appendicular Skeleton)</a:t>
            </a:r>
            <a:r>
              <a:rPr lang="ko-KR" altLang="en-US" dirty="0">
                <a:effectLst/>
                <a:latin typeface="Helvetica" pitchFamily="2" charset="0"/>
              </a:rPr>
              <a:t>를 구성하게 되는데 각각 특정한 역할을 수행합니다</a:t>
            </a:r>
            <a:r>
              <a:rPr lang="en-US" altLang="ko-KR" dirty="0">
                <a:effectLst/>
                <a:latin typeface="Helvetica" pitchFamily="2" charset="0"/>
              </a:rPr>
              <a:t>. </a:t>
            </a:r>
          </a:p>
          <a:p>
            <a:pPr algn="ctr"/>
            <a:endParaRPr lang="ko-KR" altLang="en-US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1606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993579" y="128807"/>
            <a:ext cx="34002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몸통뼈대의 주요기능</a:t>
            </a:r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41963" y="128807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800" spc="-1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51F08-69BB-34D5-A727-F0F81045FFD3}"/>
              </a:ext>
            </a:extLst>
          </p:cNvPr>
          <p:cNvSpPr txBox="1"/>
          <p:nvPr/>
        </p:nvSpPr>
        <p:spPr>
          <a:xfrm>
            <a:off x="68911" y="1047229"/>
            <a:ext cx="450308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ko-KR" altLang="en-US" sz="1800" dirty="0">
                <a:effectLst/>
                <a:latin typeface="Helvetica" pitchFamily="2" charset="0"/>
              </a:rPr>
              <a:t>몸통 뼈대는 신체 중심을 구성하는 뼈들의 집합체로써 상체와 하체를 연결하여 안정성을 유지하고 정상적인 관절의 위치를 유지하는 지지역할과 우리 몸에 중요한 기능을 하는 뇌와 심장 등의 장기들을 보호하는 역할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또 </a:t>
            </a:r>
            <a:r>
              <a:rPr lang="en" altLang="ko-KR" sz="1800" dirty="0">
                <a:effectLst/>
                <a:latin typeface="Helvetica" pitchFamily="2" charset="0"/>
              </a:rPr>
              <a:t>CNS</a:t>
            </a:r>
            <a:r>
              <a:rPr lang="ko-KR" altLang="en-US" sz="1800" dirty="0">
                <a:effectLst/>
                <a:latin typeface="Helvetica" pitchFamily="2" charset="0"/>
              </a:rPr>
              <a:t>의 통로를 제공하여 관절의 움직임을 제어하는 역할 등 다양한 기능을 담당하고 있습니다</a:t>
            </a:r>
            <a:r>
              <a:rPr lang="en-US" altLang="ko-KR" sz="1800" dirty="0">
                <a:effectLst/>
                <a:latin typeface="Helvetica" pitchFamily="2" charset="0"/>
              </a:rPr>
              <a:t>. </a:t>
            </a:r>
          </a:p>
          <a:p>
            <a:pPr marL="0" indent="0">
              <a:buNone/>
            </a:pPr>
            <a:endParaRPr lang="en-US" altLang="ko-KR" sz="1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ko-KR" altLang="en-US" sz="1800" dirty="0">
                <a:effectLst/>
                <a:latin typeface="Helvetica" pitchFamily="2" charset="0"/>
              </a:rPr>
              <a:t>이렇게 몸통뼈대는 인간이 살아가는 데 꼭 필요한 숨쉬기나 걷기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달리기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먹기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움직이기 등 일상생활에서의 동작을 가능케하고 신체 구조와 기능을 유지하는 데 있어서 중요한 요소이기 때문에 매우 중요합니다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pPr marL="0" indent="0">
              <a:buNone/>
            </a:pPr>
            <a:endParaRPr kumimoji="1" lang="en-US" altLang="ko-KR" sz="1800" dirty="0"/>
          </a:p>
          <a:p>
            <a:pPr marL="0" indent="0">
              <a:buNone/>
            </a:pPr>
            <a:r>
              <a:rPr lang="ko-KR" altLang="en-US" sz="1800" dirty="0">
                <a:effectLst/>
                <a:latin typeface="Helvetica" pitchFamily="2" charset="0"/>
              </a:rPr>
              <a:t>약 </a:t>
            </a:r>
            <a:r>
              <a:rPr lang="en-US" altLang="ko-KR" sz="1800" dirty="0">
                <a:effectLst/>
                <a:latin typeface="Helvetica" pitchFamily="2" charset="0"/>
              </a:rPr>
              <a:t>80</a:t>
            </a:r>
            <a:r>
              <a:rPr lang="ko-KR" altLang="en-US" sz="1800" dirty="0">
                <a:effectLst/>
                <a:latin typeface="Helvetica" pitchFamily="2" charset="0"/>
              </a:rPr>
              <a:t>개의 뼈로 이루어져 있으며 몸의 직립부분을 형성합니다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pPr marL="0" indent="0">
              <a:buNone/>
            </a:pPr>
            <a:r>
              <a:rPr lang="ko-KR" altLang="en-US" sz="1800" dirty="0">
                <a:effectLst/>
                <a:latin typeface="Helvetica" pitchFamily="2" charset="0"/>
              </a:rPr>
              <a:t>머리 </a:t>
            </a:r>
            <a:r>
              <a:rPr lang="en-US" altLang="ko-KR" sz="1800" dirty="0">
                <a:effectLst/>
                <a:latin typeface="Helvetica" pitchFamily="2" charset="0"/>
              </a:rPr>
              <a:t>+ </a:t>
            </a:r>
            <a:r>
              <a:rPr lang="ko-KR" altLang="en-US" sz="1800" dirty="0">
                <a:effectLst/>
                <a:latin typeface="Helvetica" pitchFamily="2" charset="0"/>
              </a:rPr>
              <a:t>흉곽</a:t>
            </a:r>
            <a:r>
              <a:rPr lang="en-US" altLang="ko-KR" sz="1800" dirty="0">
                <a:effectLst/>
                <a:latin typeface="Helvetica" pitchFamily="2" charset="0"/>
              </a:rPr>
              <a:t>(</a:t>
            </a:r>
            <a:r>
              <a:rPr lang="ko-KR" altLang="en-US" sz="1800" dirty="0" err="1">
                <a:effectLst/>
                <a:latin typeface="Helvetica" pitchFamily="2" charset="0"/>
              </a:rPr>
              <a:t>가슴우리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en" altLang="ko-KR" sz="1800" dirty="0">
                <a:effectLst/>
                <a:latin typeface="Helvetica" pitchFamily="2" charset="0"/>
              </a:rPr>
              <a:t>thorax) + </a:t>
            </a:r>
            <a:r>
              <a:rPr lang="ko-KR" altLang="en-US" sz="1800" dirty="0">
                <a:effectLst/>
                <a:latin typeface="Helvetica" pitchFamily="2" charset="0"/>
              </a:rPr>
              <a:t>몸통</a:t>
            </a:r>
            <a:r>
              <a:rPr lang="en-US" altLang="ko-KR" sz="1800" dirty="0"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effectLst/>
                <a:latin typeface="Helvetica" pitchFamily="2" charset="0"/>
              </a:rPr>
              <a:t>trunk)</a:t>
            </a:r>
            <a:r>
              <a:rPr lang="ko-KR" altLang="en-US" sz="1800" dirty="0">
                <a:effectLst/>
                <a:latin typeface="Helvetica" pitchFamily="2" charset="0"/>
              </a:rPr>
              <a:t>로 구성</a:t>
            </a:r>
          </a:p>
          <a:p>
            <a:pPr algn="ctr"/>
            <a:endParaRPr lang="ko-KR" altLang="en-US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6" name="그림 5" descr="해골, 관절, 텍스트이(가) 표시된 사진&#10;&#10;자동 생성된 설명">
            <a:extLst>
              <a:ext uri="{FF2B5EF4-FFF2-40B4-BE49-F238E27FC236}">
                <a16:creationId xmlns:a16="http://schemas.microsoft.com/office/drawing/2014/main" id="{F5FB0BF5-96AF-D278-0C81-6B9B6271A1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982" b="2"/>
          <a:stretch/>
        </p:blipFill>
        <p:spPr>
          <a:xfrm>
            <a:off x="4572000" y="1205112"/>
            <a:ext cx="4534206" cy="5099802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3498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48E4-37F6-B885-9D65-FE7DD3FB8031}"/>
              </a:ext>
            </a:extLst>
          </p:cNvPr>
          <p:cNvSpPr/>
          <p:nvPr/>
        </p:nvSpPr>
        <p:spPr>
          <a:xfrm>
            <a:off x="275687" y="3033456"/>
            <a:ext cx="3670671" cy="3424128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1163499" y="128807"/>
            <a:ext cx="30604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몸통뼈대 구성요소</a:t>
            </a:r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41963" y="128807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800" spc="-1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BD91076-8EEE-A49F-1A02-5C015B27D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313" y="914492"/>
            <a:ext cx="53340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651F08-69BB-34D5-A727-F0F81045FFD3}"/>
              </a:ext>
            </a:extLst>
          </p:cNvPr>
          <p:cNvSpPr txBox="1"/>
          <p:nvPr/>
        </p:nvSpPr>
        <p:spPr>
          <a:xfrm>
            <a:off x="442581" y="3429000"/>
            <a:ext cx="350377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머리뼈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Skull)</a:t>
            </a:r>
          </a:p>
          <a:p>
            <a:pPr marL="0" indent="0">
              <a:buNone/>
            </a:pPr>
            <a:r>
              <a:rPr lang="ko-KR" altLang="en-US" sz="1800" dirty="0">
                <a:effectLst/>
                <a:latin typeface="Helvetica" pitchFamily="2" charset="0"/>
              </a:rPr>
              <a:t>머리뼈는 얼굴의 구조를 지지하고 뇌를 보호하는 두개골로 구성된 뼈 구조입니다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pPr marL="0" indent="0">
              <a:buNone/>
            </a:pPr>
            <a:r>
              <a:rPr lang="ko-KR" altLang="en-US" sz="1800" dirty="0">
                <a:effectLst/>
                <a:latin typeface="Helvetica" pitchFamily="2" charset="0"/>
              </a:rPr>
              <a:t>머리에 총 </a:t>
            </a:r>
            <a:r>
              <a:rPr lang="en-US" altLang="ko-KR" sz="1800" dirty="0">
                <a:effectLst/>
                <a:latin typeface="Helvetica" pitchFamily="2" charset="0"/>
              </a:rPr>
              <a:t>29</a:t>
            </a:r>
            <a:r>
              <a:rPr lang="ko-KR" altLang="en-US" sz="1800" dirty="0">
                <a:effectLst/>
                <a:latin typeface="Helvetica" pitchFamily="2" charset="0"/>
              </a:rPr>
              <a:t>개의 뼈가 있는데 뇌머리뼈에 이마뼈를 포함한 </a:t>
            </a:r>
            <a:r>
              <a:rPr lang="en-US" altLang="ko-KR" sz="1800" dirty="0">
                <a:effectLst/>
                <a:latin typeface="Helvetica" pitchFamily="2" charset="0"/>
              </a:rPr>
              <a:t>8</a:t>
            </a:r>
            <a:r>
              <a:rPr lang="ko-KR" altLang="en-US" sz="1800" dirty="0">
                <a:effectLst/>
                <a:latin typeface="Helvetica" pitchFamily="2" charset="0"/>
              </a:rPr>
              <a:t>개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얼굴뼈에 광대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코뼈 등을 포함 </a:t>
            </a:r>
            <a:r>
              <a:rPr lang="en-US" altLang="ko-KR" sz="1800" dirty="0">
                <a:effectLst/>
                <a:latin typeface="Helvetica" pitchFamily="2" charset="0"/>
              </a:rPr>
              <a:t>14</a:t>
            </a:r>
            <a:r>
              <a:rPr lang="ko-KR" altLang="en-US" sz="1800" dirty="0">
                <a:effectLst/>
                <a:latin typeface="Helvetica" pitchFamily="2" charset="0"/>
              </a:rPr>
              <a:t>개 귓속뼈 </a:t>
            </a:r>
            <a:r>
              <a:rPr lang="en-US" altLang="ko-KR" sz="1800" dirty="0">
                <a:effectLst/>
                <a:latin typeface="Helvetica" pitchFamily="2" charset="0"/>
              </a:rPr>
              <a:t>6</a:t>
            </a:r>
            <a:r>
              <a:rPr lang="ko-KR" altLang="en-US" sz="1800" dirty="0">
                <a:effectLst/>
                <a:latin typeface="Helvetica" pitchFamily="2" charset="0"/>
              </a:rPr>
              <a:t>개 </a:t>
            </a:r>
            <a:r>
              <a:rPr lang="ko-KR" altLang="en-US" sz="1800" dirty="0" err="1">
                <a:effectLst/>
                <a:latin typeface="Helvetica" pitchFamily="2" charset="0"/>
              </a:rPr>
              <a:t>설골</a:t>
            </a:r>
            <a:r>
              <a:rPr lang="en-US" altLang="ko-KR" sz="1800" dirty="0">
                <a:effectLst/>
                <a:latin typeface="Helvetica" pitchFamily="2" charset="0"/>
              </a:rPr>
              <a:t>(</a:t>
            </a:r>
            <a:r>
              <a:rPr lang="ko-KR" altLang="en-US" sz="1800" dirty="0" err="1">
                <a:effectLst/>
                <a:latin typeface="Helvetica" pitchFamily="2" charset="0"/>
              </a:rPr>
              <a:t>턱아래</a:t>
            </a:r>
            <a:r>
              <a:rPr lang="en-US" altLang="ko-KR" sz="1800" dirty="0">
                <a:effectLst/>
                <a:latin typeface="Helvetica" pitchFamily="2" charset="0"/>
              </a:rPr>
              <a:t>)1</a:t>
            </a:r>
            <a:r>
              <a:rPr lang="ko-KR" altLang="en-US" sz="1800" dirty="0">
                <a:effectLst/>
                <a:latin typeface="Helvetica" pitchFamily="2" charset="0"/>
              </a:rPr>
              <a:t>개로 </a:t>
            </a:r>
            <a:r>
              <a:rPr lang="ko-KR" altLang="en-US" sz="1800" dirty="0" err="1">
                <a:effectLst/>
                <a:latin typeface="Helvetica" pitchFamily="2" charset="0"/>
              </a:rPr>
              <a:t>이루어져있습니다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pPr algn="ctr"/>
            <a:endParaRPr lang="ko-KR" altLang="en-US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5311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BD91076-8EEE-A49F-1A02-5C015B27D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723" y="799367"/>
            <a:ext cx="53340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48E4-37F6-B885-9D65-FE7DD3FB8031}"/>
              </a:ext>
            </a:extLst>
          </p:cNvPr>
          <p:cNvSpPr/>
          <p:nvPr/>
        </p:nvSpPr>
        <p:spPr>
          <a:xfrm>
            <a:off x="275687" y="3033456"/>
            <a:ext cx="3670671" cy="3424128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1163499" y="128807"/>
            <a:ext cx="30604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몸통뼈대 구성요소</a:t>
            </a:r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41963" y="128807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800" spc="-1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51F08-69BB-34D5-A727-F0F81045FFD3}"/>
              </a:ext>
            </a:extLst>
          </p:cNvPr>
          <p:cNvSpPr txBox="1"/>
          <p:nvPr/>
        </p:nvSpPr>
        <p:spPr>
          <a:xfrm>
            <a:off x="286411" y="3068332"/>
            <a:ext cx="378026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머리뼈 및 머리뼈와 연관된 뼈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Skull and Associated Bones)</a:t>
            </a:r>
          </a:p>
          <a:p>
            <a:pPr marL="0" indent="0">
              <a:buNone/>
            </a:pPr>
            <a:r>
              <a:rPr lang="ko-KR" altLang="en-US" sz="1800" dirty="0">
                <a:effectLst/>
                <a:latin typeface="Helvetica" pitchFamily="2" charset="0"/>
              </a:rPr>
              <a:t>머리뼈와 </a:t>
            </a:r>
            <a:r>
              <a:rPr lang="ko-KR" altLang="en-US" sz="1800" dirty="0" err="1">
                <a:effectLst/>
                <a:latin typeface="Helvetica" pitchFamily="2" charset="0"/>
              </a:rPr>
              <a:t>머리뼈와</a:t>
            </a:r>
            <a:r>
              <a:rPr lang="ko-KR" altLang="en-US" sz="1800" dirty="0">
                <a:effectLst/>
                <a:latin typeface="Helvetica" pitchFamily="2" charset="0"/>
              </a:rPr>
              <a:t> 연관된 뼈들은 두개골을 구성하는 뼈와 연결된 뼈들을 포함합니다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pPr marL="0" indent="0">
              <a:buNone/>
            </a:pPr>
            <a:endParaRPr lang="en-US" altLang="ko-KR" sz="1800" dirty="0">
              <a:latin typeface="Helvetica" pitchFamily="2" charset="0"/>
            </a:endParaRPr>
          </a:p>
          <a:p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머리뼈와 연관된 뼈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Associated Bones)</a:t>
            </a:r>
          </a:p>
          <a:p>
            <a:pPr marL="0" indent="0">
              <a:buNone/>
            </a:pPr>
            <a:r>
              <a:rPr lang="ko-KR" altLang="en-US" sz="1800" dirty="0">
                <a:latin typeface="Helvetica" pitchFamily="2" charset="0"/>
              </a:rPr>
              <a:t> </a:t>
            </a:r>
            <a:r>
              <a:rPr lang="ko-KR" altLang="en-US" sz="1800" dirty="0">
                <a:effectLst/>
                <a:latin typeface="Helvetica" pitchFamily="2" charset="0"/>
              </a:rPr>
              <a:t>머리뼈와 연관된 뼈들은 두개골의 주요 구조에는 속하지 않지만 관련된 뼈들로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귓속뼈와 목불뼈가 포함됩니다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pPr algn="ctr"/>
            <a:endParaRPr lang="ko-KR" altLang="en-US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904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48E4-37F6-B885-9D65-FE7DD3FB8031}"/>
              </a:ext>
            </a:extLst>
          </p:cNvPr>
          <p:cNvSpPr/>
          <p:nvPr/>
        </p:nvSpPr>
        <p:spPr>
          <a:xfrm>
            <a:off x="275687" y="3033456"/>
            <a:ext cx="3948265" cy="1754326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1163499" y="128807"/>
            <a:ext cx="30604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몸통뼈대 구성요소</a:t>
            </a:r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41963" y="128807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800" spc="-1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51F08-69BB-34D5-A727-F0F81045FFD3}"/>
              </a:ext>
            </a:extLst>
          </p:cNvPr>
          <p:cNvSpPr txBox="1"/>
          <p:nvPr/>
        </p:nvSpPr>
        <p:spPr>
          <a:xfrm>
            <a:off x="443689" y="3191681"/>
            <a:ext cx="37802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 err="1">
                <a:solidFill>
                  <a:srgbClr val="0070C0"/>
                </a:solidFill>
                <a:effectLst/>
                <a:latin typeface="Helvetica" pitchFamily="2" charset="0"/>
              </a:rPr>
              <a:t>갈비우리</a:t>
            </a:r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Thoracic Cage)</a:t>
            </a:r>
          </a:p>
          <a:p>
            <a:pPr marL="0" indent="0">
              <a:buNone/>
            </a:pPr>
            <a:r>
              <a:rPr lang="ko-KR" altLang="en-US" sz="1800" dirty="0">
                <a:effectLst/>
                <a:latin typeface="Helvetica" pitchFamily="2" charset="0"/>
              </a:rPr>
              <a:t> 갈비뼈와 복장뼈로 형성된 골격 구조로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가슴을 둘러싸서 심장과 폐와 같은 내장 </a:t>
            </a:r>
            <a:r>
              <a:rPr lang="ko-KR" altLang="en-US" sz="1800" dirty="0" err="1">
                <a:effectLst/>
                <a:latin typeface="Helvetica" pitchFamily="2" charset="0"/>
              </a:rPr>
              <a:t>기관을보호합니다</a:t>
            </a:r>
            <a:r>
              <a:rPr lang="en-US" altLang="ko-KR" sz="1800" dirty="0">
                <a:effectLst/>
                <a:latin typeface="Helvetica" pitchFamily="2" charset="0"/>
              </a:rPr>
              <a:t>. 24</a:t>
            </a:r>
            <a:r>
              <a:rPr lang="ko-KR" altLang="en-US" sz="1800" dirty="0">
                <a:effectLst/>
                <a:latin typeface="Helvetica" pitchFamily="2" charset="0"/>
              </a:rPr>
              <a:t>개</a:t>
            </a:r>
            <a:r>
              <a:rPr lang="en-US" altLang="ko-KR" sz="1800" dirty="0">
                <a:effectLst/>
                <a:latin typeface="Helvetica" pitchFamily="2" charset="0"/>
              </a:rPr>
              <a:t>(12</a:t>
            </a:r>
            <a:r>
              <a:rPr lang="ko-KR" altLang="en-US" sz="1800" dirty="0">
                <a:effectLst/>
                <a:latin typeface="Helvetica" pitchFamily="2" charset="0"/>
              </a:rPr>
              <a:t>쌍</a:t>
            </a:r>
            <a:r>
              <a:rPr lang="en-US" altLang="ko-KR" sz="1800" dirty="0">
                <a:effectLst/>
                <a:latin typeface="Helvetica" pitchFamily="2" charset="0"/>
              </a:rPr>
              <a:t>)</a:t>
            </a:r>
            <a:r>
              <a:rPr lang="ko-KR" altLang="en-US" sz="1800" dirty="0">
                <a:effectLst/>
                <a:latin typeface="Helvetica" pitchFamily="2" charset="0"/>
              </a:rPr>
              <a:t>으로 이루어져 있습니다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pPr algn="ctr"/>
            <a:endParaRPr lang="ko-KR" altLang="en-US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1CC7A8D-2180-9BDC-8CEC-2C0CA533D8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8" r="19906" b="-1"/>
          <a:stretch/>
        </p:blipFill>
        <p:spPr bwMode="auto">
          <a:xfrm>
            <a:off x="4572000" y="1232457"/>
            <a:ext cx="4190034" cy="4393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4893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48E4-37F6-B885-9D65-FE7DD3FB8031}"/>
              </a:ext>
            </a:extLst>
          </p:cNvPr>
          <p:cNvSpPr/>
          <p:nvPr/>
        </p:nvSpPr>
        <p:spPr>
          <a:xfrm>
            <a:off x="275685" y="1127660"/>
            <a:ext cx="3948265" cy="5078313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1163499" y="128807"/>
            <a:ext cx="30604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몸통뼈대 구성요소</a:t>
            </a:r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41963" y="128807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800" spc="-1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51F08-69BB-34D5-A727-F0F81045FFD3}"/>
              </a:ext>
            </a:extLst>
          </p:cNvPr>
          <p:cNvSpPr txBox="1"/>
          <p:nvPr/>
        </p:nvSpPr>
        <p:spPr>
          <a:xfrm>
            <a:off x="359687" y="1269385"/>
            <a:ext cx="378026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 err="1">
                <a:solidFill>
                  <a:srgbClr val="0070C0"/>
                </a:solidFill>
                <a:effectLst/>
                <a:latin typeface="Helvetica" pitchFamily="2" charset="0"/>
              </a:rPr>
              <a:t>척주</a:t>
            </a:r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Vertebral Column)</a:t>
            </a:r>
          </a:p>
          <a:p>
            <a:pPr marL="0" indent="0">
              <a:buNone/>
            </a:pPr>
            <a:r>
              <a:rPr lang="ko-KR" altLang="en-US" sz="1800" dirty="0">
                <a:effectLst/>
                <a:latin typeface="Helvetica" pitchFamily="2" charset="0"/>
              </a:rPr>
              <a:t> </a:t>
            </a:r>
            <a:r>
              <a:rPr lang="ko-KR" altLang="en-US" sz="1800" dirty="0" err="1">
                <a:effectLst/>
                <a:latin typeface="Helvetica" pitchFamily="2" charset="0"/>
              </a:rPr>
              <a:t>척주는</a:t>
            </a:r>
            <a:r>
              <a:rPr lang="ko-KR" altLang="en-US" sz="1800" dirty="0">
                <a:effectLst/>
                <a:latin typeface="Helvetica" pitchFamily="2" charset="0"/>
              </a:rPr>
              <a:t> 일련의 척추뼈로 구성되어 있으며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척수를 보호하고 신체에 구조적 지지와 유연성을 제공합니다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effectLst/>
                <a:latin typeface="Helvetica" pitchFamily="2" charset="0"/>
              </a:rPr>
              <a:t>위로는 머리를 받치고 아래로는 골반과 연결되어 체중을 다리로 전달하며 </a:t>
            </a:r>
            <a:r>
              <a:rPr lang="en-US" altLang="ko-KR" sz="1800" dirty="0">
                <a:effectLst/>
                <a:latin typeface="Helvetica" pitchFamily="2" charset="0"/>
              </a:rPr>
              <a:t>33</a:t>
            </a:r>
            <a:r>
              <a:rPr lang="ko-KR" altLang="en-US" sz="1800" dirty="0">
                <a:effectLst/>
                <a:latin typeface="Helvetica" pitchFamily="2" charset="0"/>
              </a:rPr>
              <a:t>개의 척추뼈와 그 사이의 </a:t>
            </a:r>
            <a:r>
              <a:rPr lang="ko-KR" altLang="en-US" sz="1800" dirty="0" err="1">
                <a:effectLst/>
                <a:latin typeface="Helvetica" pitchFamily="2" charset="0"/>
              </a:rPr>
              <a:t>섬유연골성</a:t>
            </a:r>
            <a:r>
              <a:rPr lang="ko-KR" altLang="en-US" sz="1800" dirty="0">
                <a:effectLst/>
                <a:latin typeface="Helvetica" pitchFamily="2" charset="0"/>
              </a:rPr>
              <a:t> 척추원반으로 이루어 진다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effectLst/>
                <a:latin typeface="Helvetica" pitchFamily="2" charset="0"/>
              </a:rPr>
              <a:t>척추뼈는 목뼈 </a:t>
            </a:r>
            <a:r>
              <a:rPr lang="en-US" altLang="ko-KR" sz="1800" dirty="0">
                <a:effectLst/>
                <a:latin typeface="Helvetica" pitchFamily="2" charset="0"/>
              </a:rPr>
              <a:t>7</a:t>
            </a:r>
            <a:r>
              <a:rPr lang="ko-KR" altLang="en-US" sz="1800" dirty="0">
                <a:effectLst/>
                <a:latin typeface="Helvetica" pitchFamily="2" charset="0"/>
              </a:rPr>
              <a:t>개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등뼈 </a:t>
            </a:r>
            <a:r>
              <a:rPr lang="en-US" altLang="ko-KR" sz="1800" dirty="0">
                <a:effectLst/>
                <a:latin typeface="Helvetica" pitchFamily="2" charset="0"/>
              </a:rPr>
              <a:t>12</a:t>
            </a:r>
            <a:r>
              <a:rPr lang="ko-KR" altLang="en-US" sz="1800" dirty="0">
                <a:effectLst/>
                <a:latin typeface="Helvetica" pitchFamily="2" charset="0"/>
              </a:rPr>
              <a:t>개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허리뼈 </a:t>
            </a:r>
            <a:r>
              <a:rPr lang="en-US" altLang="ko-KR" sz="1800" dirty="0">
                <a:effectLst/>
                <a:latin typeface="Helvetica" pitchFamily="2" charset="0"/>
              </a:rPr>
              <a:t>5</a:t>
            </a:r>
            <a:r>
              <a:rPr lang="ko-KR" altLang="en-US" sz="1800" dirty="0">
                <a:effectLst/>
                <a:latin typeface="Helvetica" pitchFamily="2" charset="0"/>
              </a:rPr>
              <a:t>개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엉치뼈 </a:t>
            </a:r>
            <a:r>
              <a:rPr lang="en-US" altLang="ko-KR" sz="1800" dirty="0">
                <a:effectLst/>
                <a:latin typeface="Helvetica" pitchFamily="2" charset="0"/>
              </a:rPr>
              <a:t>5</a:t>
            </a:r>
            <a:r>
              <a:rPr lang="ko-KR" altLang="en-US" sz="1800" dirty="0">
                <a:effectLst/>
                <a:latin typeface="Helvetica" pitchFamily="2" charset="0"/>
              </a:rPr>
              <a:t>개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꼬리뼈 </a:t>
            </a:r>
            <a:r>
              <a:rPr lang="en-US" altLang="ko-KR" sz="1800" dirty="0">
                <a:effectLst/>
                <a:latin typeface="Helvetica" pitchFamily="2" charset="0"/>
              </a:rPr>
              <a:t>4</a:t>
            </a:r>
            <a:r>
              <a:rPr lang="ko-KR" altLang="en-US" sz="1800" dirty="0">
                <a:effectLst/>
                <a:latin typeface="Helvetica" pitchFamily="2" charset="0"/>
              </a:rPr>
              <a:t>개로 구성되는데 성인은 천골 및 </a:t>
            </a:r>
            <a:r>
              <a:rPr lang="ko-KR" altLang="en-US" sz="1800" dirty="0" err="1">
                <a:effectLst/>
                <a:latin typeface="Helvetica" pitchFamily="2" charset="0"/>
              </a:rPr>
              <a:t>미골이</a:t>
            </a:r>
            <a:r>
              <a:rPr lang="ko-KR" altLang="en-US" sz="1800" dirty="0">
                <a:effectLst/>
                <a:latin typeface="Helvetica" pitchFamily="2" charset="0"/>
              </a:rPr>
              <a:t> </a:t>
            </a:r>
            <a:r>
              <a:rPr lang="ko-KR" altLang="en-US" sz="1800" dirty="0" err="1">
                <a:effectLst/>
                <a:latin typeface="Helvetica" pitchFamily="2" charset="0"/>
              </a:rPr>
              <a:t>유합되어</a:t>
            </a:r>
            <a:r>
              <a:rPr lang="ko-KR" altLang="en-US" sz="1800" dirty="0">
                <a:effectLst/>
                <a:latin typeface="Helvetica" pitchFamily="2" charset="0"/>
              </a:rPr>
              <a:t> 총 </a:t>
            </a:r>
            <a:r>
              <a:rPr lang="en-US" altLang="ko-KR" sz="1800" dirty="0">
                <a:effectLst/>
                <a:latin typeface="Helvetica" pitchFamily="2" charset="0"/>
              </a:rPr>
              <a:t>26</a:t>
            </a:r>
            <a:r>
              <a:rPr lang="ko-KR" altLang="en-US" sz="1800" dirty="0">
                <a:effectLst/>
                <a:latin typeface="Helvetica" pitchFamily="2" charset="0"/>
              </a:rPr>
              <a:t>개의 척추뼈로 구성된다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 err="1">
                <a:effectLst/>
                <a:latin typeface="Helvetica" pitchFamily="2" charset="0"/>
              </a:rPr>
              <a:t>척주의</a:t>
            </a:r>
            <a:r>
              <a:rPr lang="ko-KR" altLang="en-US" sz="1800" dirty="0">
                <a:effectLst/>
                <a:latin typeface="Helvetica" pitchFamily="2" charset="0"/>
              </a:rPr>
              <a:t> 각 </a:t>
            </a:r>
            <a:r>
              <a:rPr lang="ko-KR" altLang="en-US" sz="1800" dirty="0" err="1">
                <a:effectLst/>
                <a:latin typeface="Helvetica" pitchFamily="2" charset="0"/>
              </a:rPr>
              <a:t>추공</a:t>
            </a:r>
            <a:r>
              <a:rPr lang="en-US" altLang="ko-KR" sz="1800" dirty="0">
                <a:effectLst/>
                <a:latin typeface="Helvetica" pitchFamily="2" charset="0"/>
              </a:rPr>
              <a:t>(</a:t>
            </a:r>
            <a:r>
              <a:rPr lang="ko-KR" altLang="en-US" sz="1800" dirty="0">
                <a:effectLst/>
                <a:latin typeface="Helvetica" pitchFamily="2" charset="0"/>
              </a:rPr>
              <a:t>신경이 빠져 나오는 구멍</a:t>
            </a:r>
            <a:r>
              <a:rPr lang="en-US" altLang="ko-KR" sz="1800" dirty="0">
                <a:effectLst/>
                <a:latin typeface="Helvetica" pitchFamily="2" charset="0"/>
              </a:rPr>
              <a:t>)</a:t>
            </a:r>
            <a:r>
              <a:rPr lang="ko-KR" altLang="en-US" sz="1800" dirty="0">
                <a:effectLst/>
                <a:latin typeface="Helvetica" pitchFamily="2" charset="0"/>
              </a:rPr>
              <a:t>으로부터 각 척추신경뿌리가 나온다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pPr algn="ctr"/>
            <a:endParaRPr lang="ko-KR" altLang="en-US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A15AA77-7B84-6998-A182-D8B031623A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1" r="11487"/>
          <a:stretch/>
        </p:blipFill>
        <p:spPr bwMode="auto">
          <a:xfrm>
            <a:off x="4572000" y="1547223"/>
            <a:ext cx="4211487" cy="4415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8171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CFF3526-96A8-EFB0-3314-63FA03F7F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371" y="1127340"/>
            <a:ext cx="5011876" cy="349578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48E4-37F6-B885-9D65-FE7DD3FB8031}"/>
              </a:ext>
            </a:extLst>
          </p:cNvPr>
          <p:cNvSpPr/>
          <p:nvPr/>
        </p:nvSpPr>
        <p:spPr>
          <a:xfrm>
            <a:off x="275687" y="3033455"/>
            <a:ext cx="3948265" cy="2862321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1163499" y="128807"/>
            <a:ext cx="30604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몸통뼈대 구성요소</a:t>
            </a:r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41963" y="128807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800" spc="-1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51F08-69BB-34D5-A727-F0F81045FFD3}"/>
              </a:ext>
            </a:extLst>
          </p:cNvPr>
          <p:cNvSpPr txBox="1"/>
          <p:nvPr/>
        </p:nvSpPr>
        <p:spPr>
          <a:xfrm>
            <a:off x="443689" y="3191681"/>
            <a:ext cx="37802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뇌머리뼈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Cranial Bones)</a:t>
            </a:r>
          </a:p>
          <a:p>
            <a:pPr marL="0" indent="0">
              <a:buNone/>
            </a:pPr>
            <a:r>
              <a:rPr lang="ko-KR" altLang="en-US" sz="1800" dirty="0">
                <a:effectLst/>
                <a:latin typeface="Helvetica" pitchFamily="2" charset="0"/>
              </a:rPr>
              <a:t> 뇌머리뼈는 뇌를 둘러싸는 머리뼈의 뒷부분을 의미합니다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effectLst/>
                <a:latin typeface="Helvetica" pitchFamily="2" charset="0"/>
              </a:rPr>
              <a:t>뇌머리뼈의 지붕으로는 시상봉합이 지나가며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뇌머리뼈 바닥에는 수많은 구멍들이 존재한다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effectLst/>
                <a:latin typeface="Helvetica" pitchFamily="2" charset="0"/>
              </a:rPr>
              <a:t>특히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가장 큰 구멍인 </a:t>
            </a:r>
            <a:r>
              <a:rPr lang="ko-KR" altLang="en-US" sz="1800" dirty="0" err="1">
                <a:effectLst/>
                <a:latin typeface="Helvetica" pitchFamily="2" charset="0"/>
              </a:rPr>
              <a:t>큰구멍은</a:t>
            </a:r>
            <a:r>
              <a:rPr lang="ko-KR" altLang="en-US" sz="1800" dirty="0">
                <a:effectLst/>
                <a:latin typeface="Helvetica" pitchFamily="2" charset="0"/>
              </a:rPr>
              <a:t> 뇌와 척수가 서로 연결되어 지나가는 통로이다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pPr algn="ctr"/>
            <a:endParaRPr lang="ko-KR" altLang="en-US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9288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48E4-37F6-B885-9D65-FE7DD3FB8031}"/>
              </a:ext>
            </a:extLst>
          </p:cNvPr>
          <p:cNvSpPr/>
          <p:nvPr/>
        </p:nvSpPr>
        <p:spPr>
          <a:xfrm>
            <a:off x="341963" y="2943100"/>
            <a:ext cx="3948265" cy="1550577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1163499" y="128807"/>
            <a:ext cx="30604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몸통뼈대 구성요소</a:t>
            </a:r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41963" y="128807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800" spc="-1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51F08-69BB-34D5-A727-F0F81045FFD3}"/>
              </a:ext>
            </a:extLst>
          </p:cNvPr>
          <p:cNvSpPr txBox="1"/>
          <p:nvPr/>
        </p:nvSpPr>
        <p:spPr>
          <a:xfrm>
            <a:off x="527690" y="3016349"/>
            <a:ext cx="37802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얼굴머리뼈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Facial Bones)</a:t>
            </a:r>
          </a:p>
          <a:p>
            <a:pPr marL="0" indent="0">
              <a:buNone/>
            </a:pPr>
            <a:r>
              <a:rPr lang="ko-KR" altLang="en-US" sz="1800" dirty="0">
                <a:effectLst/>
                <a:latin typeface="Helvetica" pitchFamily="2" charset="0"/>
              </a:rPr>
              <a:t> 얼굴머리뼈는 얼굴의 구조를 형성하고 치아를 지지하며 얼굴 근육의 부착 지점을 제공합니다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pPr algn="ctr"/>
            <a:endParaRPr lang="ko-KR" altLang="en-US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301E11F-C672-1081-1D40-86C20F7C9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91954" y="1001782"/>
            <a:ext cx="4401806" cy="4379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097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6AF712BD-1B2D-6D29-583B-387FF612B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41499" y="1071217"/>
            <a:ext cx="4999452" cy="3887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48E4-37F6-B885-9D65-FE7DD3FB8031}"/>
              </a:ext>
            </a:extLst>
          </p:cNvPr>
          <p:cNvSpPr/>
          <p:nvPr/>
        </p:nvSpPr>
        <p:spPr>
          <a:xfrm>
            <a:off x="0" y="2333685"/>
            <a:ext cx="3948265" cy="4524315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1163499" y="128807"/>
            <a:ext cx="30604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몸통뼈대 구성요소</a:t>
            </a:r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41963" y="128807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800" spc="-1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51F08-69BB-34D5-A727-F0F81045FFD3}"/>
              </a:ext>
            </a:extLst>
          </p:cNvPr>
          <p:cNvSpPr txBox="1"/>
          <p:nvPr/>
        </p:nvSpPr>
        <p:spPr>
          <a:xfrm>
            <a:off x="161236" y="2529944"/>
            <a:ext cx="378026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귓속뼈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Auditory Ossicles)</a:t>
            </a:r>
          </a:p>
          <a:p>
            <a:pPr marL="0" indent="0">
              <a:buNone/>
            </a:pPr>
            <a:r>
              <a:rPr lang="ko-KR" altLang="en-US" sz="1800" dirty="0">
                <a:effectLst/>
                <a:latin typeface="Helvetica" pitchFamily="2" charset="0"/>
              </a:rPr>
              <a:t>고막과 달팽이관 사이에 있는 가운데귀에 위치한다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effectLst/>
                <a:latin typeface="Helvetica" pitchFamily="2" charset="0"/>
              </a:rPr>
              <a:t>귓속뼈는 소리를 전달하는 세 개의 작은 뼈로 이루어져 있으며 </a:t>
            </a:r>
            <a:r>
              <a:rPr lang="ko-KR" altLang="en-US" sz="1800" dirty="0" err="1">
                <a:effectLst/>
                <a:latin typeface="Helvetica" pitchFamily="2" charset="0"/>
              </a:rPr>
              <a:t>망치뼈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 err="1">
                <a:effectLst/>
                <a:latin typeface="Helvetica" pitchFamily="2" charset="0"/>
              </a:rPr>
              <a:t>모루뼈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 err="1">
                <a:effectLst/>
                <a:latin typeface="Helvetica" pitchFamily="2" charset="0"/>
              </a:rPr>
              <a:t>등자뼈로</a:t>
            </a:r>
            <a:r>
              <a:rPr lang="ko-KR" altLang="en-US" sz="1800" dirty="0">
                <a:effectLst/>
                <a:latin typeface="Helvetica" pitchFamily="2" charset="0"/>
              </a:rPr>
              <a:t> 구성된다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effectLst/>
                <a:latin typeface="Helvetica" pitchFamily="2" charset="0"/>
              </a:rPr>
              <a:t>망치뼈는 망치 모양이고 귓속뼈 중 가장 바깥에 있으며 고막에 직접 연결되어 있다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 err="1">
                <a:effectLst/>
                <a:latin typeface="Helvetica" pitchFamily="2" charset="0"/>
              </a:rPr>
              <a:t>모루뼈는</a:t>
            </a:r>
            <a:r>
              <a:rPr lang="ko-KR" altLang="en-US" sz="1800" dirty="0">
                <a:effectLst/>
                <a:latin typeface="Helvetica" pitchFamily="2" charset="0"/>
              </a:rPr>
              <a:t> 대장간에서 쇠를 두들기는 대 모양이고 망치뼈와 등자리뼈 사이에 있으며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고막에 직접 연결되지 않는다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 err="1">
                <a:effectLst/>
                <a:latin typeface="Helvetica" pitchFamily="2" charset="0"/>
              </a:rPr>
              <a:t>등자뼈는</a:t>
            </a:r>
            <a:r>
              <a:rPr lang="ko-KR" altLang="en-US" sz="1800" dirty="0">
                <a:effectLst/>
                <a:latin typeface="Helvetica" pitchFamily="2" charset="0"/>
              </a:rPr>
              <a:t> 승마의 발걸이 쇠 모양이고 귓속뼈 중 가장 안쪽에 있으며 달팽이관에 직접 연결되어 있다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pPr algn="ctr"/>
            <a:endParaRPr lang="ko-KR" altLang="en-US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0600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48E4-37F6-B885-9D65-FE7DD3FB8031}"/>
              </a:ext>
            </a:extLst>
          </p:cNvPr>
          <p:cNvSpPr/>
          <p:nvPr/>
        </p:nvSpPr>
        <p:spPr>
          <a:xfrm>
            <a:off x="341963" y="2943100"/>
            <a:ext cx="3948265" cy="1550577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1163499" y="128807"/>
            <a:ext cx="30604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몸통뼈대 구성요소</a:t>
            </a:r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41963" y="128807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800" spc="-1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51F08-69BB-34D5-A727-F0F81045FFD3}"/>
              </a:ext>
            </a:extLst>
          </p:cNvPr>
          <p:cNvSpPr txBox="1"/>
          <p:nvPr/>
        </p:nvSpPr>
        <p:spPr>
          <a:xfrm>
            <a:off x="527690" y="3016349"/>
            <a:ext cx="37802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 err="1">
                <a:solidFill>
                  <a:srgbClr val="0070C0"/>
                </a:solidFill>
                <a:effectLst/>
                <a:latin typeface="Helvetica" pitchFamily="2" charset="0"/>
              </a:rPr>
              <a:t>목불뼈</a:t>
            </a:r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Hyoid Bone)</a:t>
            </a:r>
          </a:p>
          <a:p>
            <a:pPr marL="0" indent="0">
              <a:buNone/>
            </a:pPr>
            <a:r>
              <a:rPr lang="ko-KR" altLang="en-US" sz="1800" dirty="0">
                <a:effectLst/>
                <a:latin typeface="Helvetica" pitchFamily="2" charset="0"/>
              </a:rPr>
              <a:t> 목불뼈는 목에 있는 </a:t>
            </a:r>
            <a:r>
              <a:rPr lang="en" altLang="ko-KR" sz="1800" dirty="0">
                <a:effectLst/>
                <a:latin typeface="Helvetica" pitchFamily="2" charset="0"/>
              </a:rPr>
              <a:t>U</a:t>
            </a:r>
            <a:r>
              <a:rPr lang="ko-KR" altLang="en-US" sz="1800" dirty="0">
                <a:effectLst/>
                <a:latin typeface="Helvetica" pitchFamily="2" charset="0"/>
              </a:rPr>
              <a:t>자형 뼈로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혀를 지지하고 삼킴과 관련된 근육의 부착 지점 역할을 합니다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pPr algn="ctr"/>
            <a:endParaRPr lang="ko-KR" altLang="en-US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F3176F5-B18C-DBB8-94A9-66871291A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23952" y="1240815"/>
            <a:ext cx="4780674" cy="4941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5213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48E4-37F6-B885-9D65-FE7DD3FB8031}"/>
              </a:ext>
            </a:extLst>
          </p:cNvPr>
          <p:cNvSpPr/>
          <p:nvPr/>
        </p:nvSpPr>
        <p:spPr>
          <a:xfrm>
            <a:off x="341963" y="2943100"/>
            <a:ext cx="3948265" cy="1550577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1163499" y="128807"/>
            <a:ext cx="30604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몸통뼈대 구성요소</a:t>
            </a:r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41963" y="128807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800" spc="-1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51F08-69BB-34D5-A727-F0F81045FFD3}"/>
              </a:ext>
            </a:extLst>
          </p:cNvPr>
          <p:cNvSpPr txBox="1"/>
          <p:nvPr/>
        </p:nvSpPr>
        <p:spPr>
          <a:xfrm>
            <a:off x="509965" y="3016349"/>
            <a:ext cx="37802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 err="1">
                <a:solidFill>
                  <a:srgbClr val="0070C0"/>
                </a:solidFill>
                <a:effectLst/>
                <a:latin typeface="Helvetica" pitchFamily="2" charset="0"/>
              </a:rPr>
              <a:t>복장뼈</a:t>
            </a:r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Sternum)</a:t>
            </a:r>
          </a:p>
          <a:p>
            <a:pPr marL="0" indent="0">
              <a:buNone/>
            </a:pPr>
            <a:r>
              <a:rPr lang="ko-KR" altLang="en-US" sz="1800" dirty="0">
                <a:effectLst/>
                <a:latin typeface="Helvetica" pitchFamily="2" charset="0"/>
              </a:rPr>
              <a:t> 복장뼈는 가슴 중앙에 위치한 길고 평평한 뼈로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갈비뼈와 연골을 통해 연결되며 </a:t>
            </a:r>
            <a:r>
              <a:rPr lang="ko-KR" altLang="en-US" sz="1800" dirty="0" err="1">
                <a:effectLst/>
                <a:latin typeface="Helvetica" pitchFamily="2" charset="0"/>
              </a:rPr>
              <a:t>갈비우리의</a:t>
            </a:r>
            <a:r>
              <a:rPr lang="ko-KR" altLang="en-US" sz="1800" dirty="0">
                <a:effectLst/>
                <a:latin typeface="Helvetica" pitchFamily="2" charset="0"/>
              </a:rPr>
              <a:t> 앞부분을 형성합니다</a:t>
            </a:r>
            <a:endParaRPr lang="en-US" altLang="ko-KR" sz="1800" dirty="0">
              <a:effectLst/>
              <a:latin typeface="Helvetica" pitchFamily="2" charset="0"/>
            </a:endParaRPr>
          </a:p>
          <a:p>
            <a:pPr algn="ctr"/>
            <a:endParaRPr lang="ko-KR" altLang="en-US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5ACC7EC-4C90-64E7-8666-7DD71C889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87310"/>
            <a:ext cx="4430952" cy="446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923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48E4-37F6-B885-9D65-FE7DD3FB8031}"/>
              </a:ext>
            </a:extLst>
          </p:cNvPr>
          <p:cNvSpPr/>
          <p:nvPr/>
        </p:nvSpPr>
        <p:spPr>
          <a:xfrm>
            <a:off x="341963" y="2943100"/>
            <a:ext cx="3948265" cy="2976437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1163499" y="128807"/>
            <a:ext cx="30604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몸통뼈대 구성요소</a:t>
            </a:r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41963" y="128807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800" spc="-1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51F08-69BB-34D5-A727-F0F81045FFD3}"/>
              </a:ext>
            </a:extLst>
          </p:cNvPr>
          <p:cNvSpPr txBox="1"/>
          <p:nvPr/>
        </p:nvSpPr>
        <p:spPr>
          <a:xfrm>
            <a:off x="527690" y="3016349"/>
            <a:ext cx="378026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갈비뼈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Ribs)</a:t>
            </a:r>
          </a:p>
          <a:p>
            <a:pPr marL="0" indent="0">
              <a:buNone/>
            </a:pPr>
            <a:r>
              <a:rPr lang="ko-KR" altLang="en-US" sz="1800" dirty="0">
                <a:effectLst/>
                <a:latin typeface="Helvetica" pitchFamily="2" charset="0"/>
              </a:rPr>
              <a:t> 척추 해부학에서 갈비뼈는 가슴을 둘러싸고 있어 폐와 심장을 보호합니다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effectLst/>
                <a:latin typeface="Helvetica" pitchFamily="2" charset="0"/>
              </a:rPr>
              <a:t>인간은 </a:t>
            </a:r>
            <a:r>
              <a:rPr lang="en-US" altLang="ko-KR" sz="1800" dirty="0">
                <a:effectLst/>
                <a:latin typeface="Helvetica" pitchFamily="2" charset="0"/>
              </a:rPr>
              <a:t>12</a:t>
            </a:r>
            <a:r>
              <a:rPr lang="ko-KR" altLang="en-US" sz="1800" dirty="0">
                <a:effectLst/>
                <a:latin typeface="Helvetica" pitchFamily="2" charset="0"/>
              </a:rPr>
              <a:t>쌍의 갈비뼈를 가지고 있는데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그 중 </a:t>
            </a:r>
            <a:r>
              <a:rPr lang="en-US" altLang="ko-KR" sz="1800" dirty="0">
                <a:effectLst/>
                <a:latin typeface="Helvetica" pitchFamily="2" charset="0"/>
              </a:rPr>
              <a:t>7</a:t>
            </a:r>
            <a:r>
              <a:rPr lang="ko-KR" altLang="en-US" sz="1800" dirty="0">
                <a:effectLst/>
                <a:latin typeface="Helvetica" pitchFamily="2" charset="0"/>
              </a:rPr>
              <a:t>쌍은 복장뼈에 연결되고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나머지 </a:t>
            </a:r>
            <a:r>
              <a:rPr lang="en-US" altLang="ko-KR" sz="1800" dirty="0">
                <a:effectLst/>
                <a:latin typeface="Helvetica" pitchFamily="2" charset="0"/>
              </a:rPr>
              <a:t>5</a:t>
            </a:r>
            <a:r>
              <a:rPr lang="ko-KR" altLang="en-US" sz="1800" dirty="0">
                <a:effectLst/>
                <a:latin typeface="Helvetica" pitchFamily="2" charset="0"/>
              </a:rPr>
              <a:t>쌍은 각각 연결되지 않거나 다른 방식으로 연결됩니다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effectLst/>
                <a:latin typeface="Helvetica" pitchFamily="2" charset="0"/>
              </a:rPr>
              <a:t>이 뼈들은 호흡을 돕는 가로막과 함께 작동하여 호흡을 조절합니다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endParaRPr lang="en-US" altLang="ko-KR" sz="1800" dirty="0">
              <a:effectLst/>
              <a:latin typeface="Helvetica" pitchFamily="2" charset="0"/>
            </a:endParaRPr>
          </a:p>
          <a:p>
            <a:pPr algn="ctr"/>
            <a:endParaRPr lang="ko-KR" altLang="en-US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5177F6D-19E7-B53E-0F36-87811A4FA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504" y="1060340"/>
            <a:ext cx="4585131" cy="531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421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48E4-37F6-B885-9D65-FE7DD3FB8031}"/>
              </a:ext>
            </a:extLst>
          </p:cNvPr>
          <p:cNvSpPr/>
          <p:nvPr/>
        </p:nvSpPr>
        <p:spPr>
          <a:xfrm>
            <a:off x="341963" y="2943100"/>
            <a:ext cx="3948265" cy="1550577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1163499" y="128807"/>
            <a:ext cx="30604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몸통뼈대 구성요소</a:t>
            </a:r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41963" y="128807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800" spc="-1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51F08-69BB-34D5-A727-F0F81045FFD3}"/>
              </a:ext>
            </a:extLst>
          </p:cNvPr>
          <p:cNvSpPr txBox="1"/>
          <p:nvPr/>
        </p:nvSpPr>
        <p:spPr>
          <a:xfrm>
            <a:off x="509964" y="3136665"/>
            <a:ext cx="37802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척추뼈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Vertebrae)</a:t>
            </a:r>
          </a:p>
          <a:p>
            <a:pPr marL="0" indent="0">
              <a:buNone/>
            </a:pPr>
            <a:r>
              <a:rPr lang="ko-KR" altLang="en-US" sz="1800" dirty="0">
                <a:effectLst/>
                <a:latin typeface="Helvetica" pitchFamily="2" charset="0"/>
              </a:rPr>
              <a:t> 척추뼈는 척추를 형성하는 개별 뼈로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각 척추뼈는 척수가 지나는 구멍을 가지고 있습니다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pPr algn="ctr"/>
            <a:endParaRPr lang="ko-KR" altLang="en-US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5" name="Picture 2" descr="척추뼈의 구성">
            <a:extLst>
              <a:ext uri="{FF2B5EF4-FFF2-40B4-BE49-F238E27FC236}">
                <a16:creationId xmlns:a16="http://schemas.microsoft.com/office/drawing/2014/main" id="{42F4852B-3957-B2CF-B20B-151992405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53774" y="964259"/>
            <a:ext cx="3668105" cy="5316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7800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48E4-37F6-B885-9D65-FE7DD3FB8031}"/>
              </a:ext>
            </a:extLst>
          </p:cNvPr>
          <p:cNvSpPr/>
          <p:nvPr/>
        </p:nvSpPr>
        <p:spPr>
          <a:xfrm>
            <a:off x="443688" y="1998264"/>
            <a:ext cx="3948265" cy="3693319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1163499" y="128807"/>
            <a:ext cx="30604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몸통뼈대 구성요소</a:t>
            </a:r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41963" y="128807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800" spc="-1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51F08-69BB-34D5-A727-F0F81045FFD3}"/>
              </a:ext>
            </a:extLst>
          </p:cNvPr>
          <p:cNvSpPr txBox="1"/>
          <p:nvPr/>
        </p:nvSpPr>
        <p:spPr>
          <a:xfrm>
            <a:off x="611690" y="2226218"/>
            <a:ext cx="378026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엉치뼈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Sacrum)</a:t>
            </a:r>
          </a:p>
          <a:p>
            <a:pPr marL="0" indent="0">
              <a:buNone/>
            </a:pPr>
            <a:r>
              <a:rPr lang="ko-KR" altLang="en-US" sz="1800" dirty="0">
                <a:effectLst/>
                <a:latin typeface="Helvetica" pitchFamily="2" charset="0"/>
              </a:rPr>
              <a:t> </a:t>
            </a:r>
            <a:r>
              <a:rPr lang="ko-KR" altLang="en-US" sz="1800" dirty="0" err="1">
                <a:effectLst/>
                <a:latin typeface="Helvetica" pitchFamily="2" charset="0"/>
              </a:rPr>
              <a:t>척주의</a:t>
            </a:r>
            <a:r>
              <a:rPr lang="ko-KR" altLang="en-US" sz="1800" dirty="0">
                <a:effectLst/>
                <a:latin typeface="Helvetica" pitchFamily="2" charset="0"/>
              </a:rPr>
              <a:t> 기초부에 있는 큰 삼각형의 뼈로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골반강의 뒤쪽 위쪽에 두 볼기뼈의 사이에 쐐기와 같이 부착되어 있습니다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effectLst/>
                <a:latin typeface="Helvetica" pitchFamily="2" charset="0"/>
              </a:rPr>
              <a:t>위쪽 부분은 허리뼈와 연결되어 있고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아래쪽은 꼬리뼈과 연결됩니다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effectLst/>
                <a:latin typeface="Helvetica" pitchFamily="2" charset="0"/>
              </a:rPr>
              <a:t>아이들은 보통 다섯 개의 융합되지 않은 척추골로 되어 있는데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통상 </a:t>
            </a:r>
            <a:r>
              <a:rPr lang="en-US" altLang="ko-KR" sz="1800" dirty="0">
                <a:effectLst/>
                <a:latin typeface="Helvetica" pitchFamily="2" charset="0"/>
              </a:rPr>
              <a:t>16 ~ 18</a:t>
            </a:r>
            <a:r>
              <a:rPr lang="ko-KR" altLang="en-US" sz="1800" dirty="0">
                <a:effectLst/>
                <a:latin typeface="Helvetica" pitchFamily="2" charset="0"/>
              </a:rPr>
              <a:t>세 사이에 융합되기 시작하여 </a:t>
            </a:r>
            <a:r>
              <a:rPr lang="en-US" altLang="ko-KR" sz="1800" dirty="0">
                <a:effectLst/>
                <a:latin typeface="Helvetica" pitchFamily="2" charset="0"/>
              </a:rPr>
              <a:t>26</a:t>
            </a:r>
            <a:r>
              <a:rPr lang="ko-KR" altLang="en-US" sz="1800" dirty="0" err="1">
                <a:effectLst/>
                <a:latin typeface="Helvetica" pitchFamily="2" charset="0"/>
              </a:rPr>
              <a:t>세쯤에는</a:t>
            </a:r>
            <a:r>
              <a:rPr lang="ko-KR" altLang="en-US" sz="1800" dirty="0">
                <a:effectLst/>
                <a:latin typeface="Helvetica" pitchFamily="2" charset="0"/>
              </a:rPr>
              <a:t> 하나의 뼈로 굳어집니다</a:t>
            </a:r>
            <a:endParaRPr lang="en-US" altLang="ko-KR" sz="1800" dirty="0">
              <a:effectLst/>
              <a:latin typeface="Helvetica" pitchFamily="2" charset="0"/>
            </a:endParaRPr>
          </a:p>
          <a:p>
            <a:pPr algn="ctr"/>
            <a:endParaRPr lang="ko-KR" altLang="en-US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4B7021-A3F6-AE87-969E-9BA8095D6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774" y="1501585"/>
            <a:ext cx="3810483" cy="441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70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48E4-37F6-B885-9D65-FE7DD3FB8031}"/>
              </a:ext>
            </a:extLst>
          </p:cNvPr>
          <p:cNvSpPr/>
          <p:nvPr/>
        </p:nvSpPr>
        <p:spPr>
          <a:xfrm>
            <a:off x="443686" y="1544130"/>
            <a:ext cx="3948265" cy="4440299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1163499" y="128807"/>
            <a:ext cx="30604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몸통뼈대 구성요소</a:t>
            </a:r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41963" y="128807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800" spc="-1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51F08-69BB-34D5-A727-F0F81045FFD3}"/>
              </a:ext>
            </a:extLst>
          </p:cNvPr>
          <p:cNvSpPr txBox="1"/>
          <p:nvPr/>
        </p:nvSpPr>
        <p:spPr>
          <a:xfrm>
            <a:off x="527688" y="1640621"/>
            <a:ext cx="378026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꼬리뼈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Coccyx)</a:t>
            </a:r>
          </a:p>
          <a:p>
            <a:pPr marL="0" indent="0">
              <a:buNone/>
            </a:pPr>
            <a:r>
              <a:rPr lang="en" altLang="ko-KR" sz="1800" dirty="0">
                <a:effectLst/>
                <a:latin typeface="Helvetica" pitchFamily="2" charset="0"/>
              </a:rPr>
              <a:t> </a:t>
            </a:r>
            <a:r>
              <a:rPr lang="ko-KR" altLang="en-US" sz="1800" dirty="0" err="1">
                <a:effectLst/>
                <a:latin typeface="Helvetica" pitchFamily="2" charset="0"/>
              </a:rPr>
              <a:t>인체해부학에서</a:t>
            </a:r>
            <a:r>
              <a:rPr lang="ko-KR" altLang="en-US" sz="1800" dirty="0">
                <a:effectLst/>
                <a:latin typeface="Helvetica" pitchFamily="2" charset="0"/>
              </a:rPr>
              <a:t> </a:t>
            </a:r>
            <a:r>
              <a:rPr lang="ko-KR" altLang="en-US" sz="1800" dirty="0" err="1">
                <a:effectLst/>
                <a:latin typeface="Helvetica" pitchFamily="2" charset="0"/>
              </a:rPr>
              <a:t>척주의</a:t>
            </a:r>
            <a:r>
              <a:rPr lang="ko-KR" altLang="en-US" sz="1800" dirty="0">
                <a:effectLst/>
                <a:latin typeface="Helvetica" pitchFamily="2" charset="0"/>
              </a:rPr>
              <a:t> 가장 마지막 </a:t>
            </a:r>
            <a:r>
              <a:rPr lang="ko-KR" altLang="en-US" sz="1800" dirty="0" err="1">
                <a:effectLst/>
                <a:latin typeface="Helvetica" pitchFamily="2" charset="0"/>
              </a:rPr>
              <a:t>척추뼈입니다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effectLst/>
                <a:latin typeface="Helvetica" pitchFamily="2" charset="0"/>
              </a:rPr>
              <a:t>미저골 또는 미추라고도 부릅니다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effectLst/>
                <a:latin typeface="Helvetica" pitchFamily="2" charset="0"/>
              </a:rPr>
              <a:t>엉치뼈 밑에 위치하는 꼬리뼈는 </a:t>
            </a:r>
            <a:r>
              <a:rPr lang="en-US" altLang="ko-KR" sz="1800" dirty="0">
                <a:effectLst/>
                <a:latin typeface="Helvetica" pitchFamily="2" charset="0"/>
              </a:rPr>
              <a:t>3-5</a:t>
            </a:r>
            <a:r>
              <a:rPr lang="ko-KR" altLang="en-US" sz="1800" dirty="0">
                <a:effectLst/>
                <a:latin typeface="Helvetica" pitchFamily="2" charset="0"/>
              </a:rPr>
              <a:t>개의 척추뼈로 구성되는데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척추뼈끼리 서로 분리되어 있거나 융합되어 있습니다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effectLst/>
                <a:latin typeface="Helvetica" pitchFamily="2" charset="0"/>
              </a:rPr>
              <a:t>엉치뼈와 꼬리뼈는 </a:t>
            </a:r>
            <a:r>
              <a:rPr lang="ko-KR" altLang="en-US" sz="1800" dirty="0" err="1">
                <a:effectLst/>
                <a:latin typeface="Helvetica" pitchFamily="2" charset="0"/>
              </a:rPr>
              <a:t>섬유연골관절을</a:t>
            </a:r>
            <a:r>
              <a:rPr lang="ko-KR" altLang="en-US" sz="1800" dirty="0">
                <a:effectLst/>
                <a:latin typeface="Helvetica" pitchFamily="2" charset="0"/>
              </a:rPr>
              <a:t> 형성하고 있으므로 </a:t>
            </a:r>
            <a:r>
              <a:rPr lang="ko-KR" altLang="en-US" sz="1800" dirty="0" err="1">
                <a:effectLst/>
                <a:latin typeface="Helvetica" pitchFamily="2" charset="0"/>
              </a:rPr>
              <a:t>서로간의</a:t>
            </a:r>
            <a:r>
              <a:rPr lang="ko-KR" altLang="en-US" sz="1800" dirty="0">
                <a:effectLst/>
                <a:latin typeface="Helvetica" pitchFamily="2" charset="0"/>
              </a:rPr>
              <a:t> 움직임은 매우 제한적입니다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effectLst/>
                <a:latin typeface="Helvetica" pitchFamily="2" charset="0"/>
              </a:rPr>
              <a:t>꼬리뼈의 영문명인 </a:t>
            </a:r>
            <a:r>
              <a:rPr lang="en-US" altLang="ko-KR" sz="1800" dirty="0">
                <a:effectLst/>
                <a:latin typeface="Helvetica" pitchFamily="2" charset="0"/>
              </a:rPr>
              <a:t>"</a:t>
            </a:r>
            <a:r>
              <a:rPr lang="en" altLang="ko-KR" sz="1800" dirty="0">
                <a:effectLst/>
                <a:latin typeface="Helvetica" pitchFamily="2" charset="0"/>
              </a:rPr>
              <a:t>coccyx"</a:t>
            </a:r>
            <a:r>
              <a:rPr lang="ko-KR" altLang="en-US" sz="1800" dirty="0">
                <a:effectLst/>
                <a:latin typeface="Helvetica" pitchFamily="2" charset="0"/>
              </a:rPr>
              <a:t>는 그리스어가 어원이며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그 뜻은 뻐꾸기입니다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effectLst/>
                <a:latin typeface="Helvetica" pitchFamily="2" charset="0"/>
              </a:rPr>
              <a:t>꼬리뼈의 옆모습이 뻐꾸기 부리의 굽은 모양을 연상시키기 때문입니다</a:t>
            </a:r>
            <a:endParaRPr lang="ko-KR" altLang="en-US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0E7E55F-3346-9CD0-7D63-DC870618D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095" y="1421320"/>
            <a:ext cx="3878014" cy="466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080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48E4-37F6-B885-9D65-FE7DD3FB8031}"/>
              </a:ext>
            </a:extLst>
          </p:cNvPr>
          <p:cNvSpPr/>
          <p:nvPr/>
        </p:nvSpPr>
        <p:spPr>
          <a:xfrm>
            <a:off x="384125" y="3286699"/>
            <a:ext cx="4051908" cy="2037974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993580" y="128807"/>
            <a:ext cx="34002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15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팔다리뼈대</a:t>
            </a:r>
            <a:r>
              <a:rPr lang="ko-KR" altLang="en-US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구성요소</a:t>
            </a:r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41963" y="128807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800" spc="-1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51F08-69BB-34D5-A727-F0F81045FFD3}"/>
              </a:ext>
            </a:extLst>
          </p:cNvPr>
          <p:cNvSpPr txBox="1"/>
          <p:nvPr/>
        </p:nvSpPr>
        <p:spPr>
          <a:xfrm>
            <a:off x="519947" y="3429000"/>
            <a:ext cx="37802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 err="1">
                <a:effectLst/>
                <a:latin typeface="Helvetica" pitchFamily="2" charset="0"/>
              </a:rPr>
              <a:t>팔다리뼈대란</a:t>
            </a:r>
            <a:r>
              <a:rPr lang="en-US" altLang="ko-KR" sz="1800" b="1" dirty="0">
                <a:effectLst/>
                <a:latin typeface="Helvetica" pitchFamily="2" charset="0"/>
              </a:rPr>
              <a:t>?</a:t>
            </a:r>
            <a:endParaRPr lang="ko-KR" altLang="en-US" sz="1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ko-KR" altLang="en-US" sz="1800" dirty="0" err="1">
                <a:effectLst/>
                <a:latin typeface="Helvetica" pitchFamily="2" charset="0"/>
              </a:rPr>
              <a:t>팔다리뼈대는</a:t>
            </a:r>
            <a:r>
              <a:rPr lang="ko-KR" altLang="en-US" sz="1800" dirty="0">
                <a:effectLst/>
                <a:latin typeface="Helvetica" pitchFamily="2" charset="0"/>
              </a:rPr>
              <a:t> 인체의 팔다리를 지지하고 움직이는 데 중요한 역할을 합니다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effectLst/>
                <a:latin typeface="Helvetica" pitchFamily="2" charset="0"/>
              </a:rPr>
              <a:t>크게 </a:t>
            </a:r>
            <a:r>
              <a:rPr lang="ko-KR" altLang="en-US" sz="1800" dirty="0" err="1">
                <a:effectLst/>
                <a:latin typeface="Helvetica" pitchFamily="2" charset="0"/>
              </a:rPr>
              <a:t>팔이음뼈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팔뼈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 err="1">
                <a:effectLst/>
                <a:latin typeface="Helvetica" pitchFamily="2" charset="0"/>
              </a:rPr>
              <a:t>다리이음뼈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다리뼈로 나눌 수 있습니다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endParaRPr lang="en-US" altLang="ko-KR" sz="1800" dirty="0">
              <a:effectLst/>
              <a:latin typeface="Helvetica" pitchFamily="2" charset="0"/>
            </a:endParaRPr>
          </a:p>
          <a:p>
            <a:pPr algn="ctr"/>
            <a:endParaRPr lang="ko-KR" altLang="en-US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146A94-D14B-F4BA-67DF-1EC3A372F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37792" y="919972"/>
            <a:ext cx="3722083" cy="5688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0191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48E4-37F6-B885-9D65-FE7DD3FB8031}"/>
              </a:ext>
            </a:extLst>
          </p:cNvPr>
          <p:cNvSpPr/>
          <p:nvPr/>
        </p:nvSpPr>
        <p:spPr>
          <a:xfrm>
            <a:off x="358643" y="3429000"/>
            <a:ext cx="4051907" cy="3267273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993580" y="128807"/>
            <a:ext cx="34002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15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팔다리뼈대</a:t>
            </a:r>
            <a:r>
              <a:rPr lang="ko-KR" altLang="en-US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구성요소</a:t>
            </a:r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41963" y="128807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800" spc="-1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51F08-69BB-34D5-A727-F0F81045FFD3}"/>
              </a:ext>
            </a:extLst>
          </p:cNvPr>
          <p:cNvSpPr txBox="1"/>
          <p:nvPr/>
        </p:nvSpPr>
        <p:spPr>
          <a:xfrm>
            <a:off x="275687" y="3755013"/>
            <a:ext cx="42963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빗장뼈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Clavicle) </a:t>
            </a:r>
            <a:r>
              <a:rPr lang="en" altLang="ko-KR" sz="1800" dirty="0">
                <a:effectLst/>
                <a:latin typeface="Helvetica" pitchFamily="2" charset="0"/>
              </a:rPr>
              <a:t>- </a:t>
            </a:r>
            <a:r>
              <a:rPr lang="ko-KR" altLang="en-US" sz="1800" dirty="0">
                <a:effectLst/>
                <a:latin typeface="Helvetica" pitchFamily="2" charset="0"/>
              </a:rPr>
              <a:t>쇄골 또는 빗장뼈라고도 한다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effectLst/>
                <a:latin typeface="Helvetica" pitchFamily="2" charset="0"/>
              </a:rPr>
              <a:t>상지대를 구성하는 뼈 중 하나로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 err="1">
                <a:effectLst/>
                <a:latin typeface="Helvetica" pitchFamily="2" charset="0"/>
              </a:rPr>
              <a:t>팔이음뼈를</a:t>
            </a:r>
            <a:r>
              <a:rPr lang="ko-KR" altLang="en-US" sz="1800" dirty="0">
                <a:effectLst/>
                <a:latin typeface="Helvetica" pitchFamily="2" charset="0"/>
              </a:rPr>
              <a:t> 구성합니다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  <a:r>
              <a:rPr lang="ko-KR" altLang="en-US" sz="1800" dirty="0">
                <a:effectLst/>
                <a:latin typeface="Helvetica" pitchFamily="2" charset="0"/>
              </a:rPr>
              <a:t>영어 단어 </a:t>
            </a:r>
            <a:r>
              <a:rPr lang="en" altLang="ko-KR" sz="1800" dirty="0">
                <a:effectLst/>
                <a:latin typeface="Helvetica" pitchFamily="2" charset="0"/>
              </a:rPr>
              <a:t>clavicle</a:t>
            </a:r>
            <a:r>
              <a:rPr lang="ko-KR" altLang="en-US" sz="1800" dirty="0">
                <a:effectLst/>
                <a:latin typeface="Helvetica" pitchFamily="2" charset="0"/>
              </a:rPr>
              <a:t>은 </a:t>
            </a:r>
            <a:r>
              <a:rPr lang="en-US" altLang="ko-KR" sz="1800" dirty="0">
                <a:effectLst/>
                <a:latin typeface="Helvetica" pitchFamily="2" charset="0"/>
              </a:rPr>
              <a:t>'</a:t>
            </a:r>
            <a:r>
              <a:rPr lang="ko-KR" altLang="en-US" sz="1800" dirty="0">
                <a:effectLst/>
                <a:latin typeface="Helvetica" pitchFamily="2" charset="0"/>
              </a:rPr>
              <a:t>작은 열쇠</a:t>
            </a:r>
            <a:r>
              <a:rPr lang="en-US" altLang="ko-KR" sz="1800" dirty="0">
                <a:effectLst/>
                <a:latin typeface="Helvetica" pitchFamily="2" charset="0"/>
              </a:rPr>
              <a:t>'</a:t>
            </a:r>
            <a:r>
              <a:rPr lang="ko-KR" altLang="en-US" sz="1800" dirty="0">
                <a:effectLst/>
                <a:latin typeface="Helvetica" pitchFamily="2" charset="0"/>
              </a:rPr>
              <a:t>를 의미하는 라틴어 </a:t>
            </a:r>
            <a:r>
              <a:rPr lang="en" altLang="ko-KR" sz="1800" dirty="0">
                <a:effectLst/>
                <a:latin typeface="Helvetica" pitchFamily="2" charset="0"/>
              </a:rPr>
              <a:t>clavicula</a:t>
            </a:r>
            <a:r>
              <a:rPr lang="ko-KR" altLang="en-US" sz="1800" dirty="0">
                <a:effectLst/>
                <a:latin typeface="Helvetica" pitchFamily="2" charset="0"/>
              </a:rPr>
              <a:t>에서 유래했습니다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effectLst/>
                <a:latin typeface="Helvetica" pitchFamily="2" charset="0"/>
              </a:rPr>
              <a:t>이는 팔을 밖으로 뻗을 때 쇄골이 열쇠처럼 돌아가기 때문입니다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effectLst/>
                <a:latin typeface="Helvetica" pitchFamily="2" charset="0"/>
              </a:rPr>
              <a:t>쇄골은 어깨를 구성하는 세 가지 주요 뼈 중 하나로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 err="1">
                <a:effectLst/>
                <a:latin typeface="Helvetica" pitchFamily="2" charset="0"/>
              </a:rPr>
              <a:t>상완골</a:t>
            </a:r>
            <a:r>
              <a:rPr lang="en-US" altLang="ko-KR" sz="1800" dirty="0">
                <a:effectLst/>
                <a:latin typeface="Helvetica" pitchFamily="2" charset="0"/>
              </a:rPr>
              <a:t>(</a:t>
            </a:r>
            <a:r>
              <a:rPr lang="ko-KR" altLang="en-US" sz="1800" dirty="0">
                <a:effectLst/>
                <a:latin typeface="Helvetica" pitchFamily="2" charset="0"/>
              </a:rPr>
              <a:t>위팔뼈</a:t>
            </a:r>
            <a:r>
              <a:rPr lang="en-US" altLang="ko-KR" sz="1800" dirty="0">
                <a:effectLst/>
                <a:latin typeface="Helvetica" pitchFamily="2" charset="0"/>
              </a:rPr>
              <a:t>)</a:t>
            </a:r>
            <a:r>
              <a:rPr lang="ko-KR" altLang="en-US" sz="1800" dirty="0">
                <a:effectLst/>
                <a:latin typeface="Helvetica" pitchFamily="2" charset="0"/>
              </a:rPr>
              <a:t>을 상하좌우로 움직이게 합니다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endParaRPr lang="en-US" altLang="ko-KR" sz="1800" dirty="0">
              <a:effectLst/>
              <a:latin typeface="Helvetica" pitchFamily="2" charset="0"/>
            </a:endParaRPr>
          </a:p>
          <a:p>
            <a:pPr algn="ctr"/>
            <a:endParaRPr lang="ko-KR" altLang="en-US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ADC783E-01EA-8F1D-9F2D-AA1A10935B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02" r="12587"/>
          <a:stretch/>
        </p:blipFill>
        <p:spPr bwMode="auto">
          <a:xfrm>
            <a:off x="370675" y="984970"/>
            <a:ext cx="4051908" cy="2648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2FC5D2-3129-4424-DD68-F5E817621E99}"/>
              </a:ext>
            </a:extLst>
          </p:cNvPr>
          <p:cNvSpPr txBox="1"/>
          <p:nvPr/>
        </p:nvSpPr>
        <p:spPr>
          <a:xfrm>
            <a:off x="2308968" y="652027"/>
            <a:ext cx="45159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b="1" dirty="0" err="1">
                <a:effectLst/>
                <a:latin typeface="Helvetica" pitchFamily="2" charset="0"/>
              </a:rPr>
              <a:t>팔이음뼈</a:t>
            </a:r>
            <a:r>
              <a:rPr lang="ko-KR" altLang="en-US" sz="2800" b="1" dirty="0">
                <a:effectLst/>
                <a:latin typeface="Helvetica" pitchFamily="2" charset="0"/>
              </a:rPr>
              <a:t> </a:t>
            </a:r>
            <a:r>
              <a:rPr lang="en-US" altLang="ko-KR" sz="2800" b="1" dirty="0">
                <a:effectLst/>
                <a:latin typeface="Helvetica" pitchFamily="2" charset="0"/>
              </a:rPr>
              <a:t>(</a:t>
            </a:r>
            <a:r>
              <a:rPr lang="en" altLang="ko-KR" sz="2800" b="1" dirty="0">
                <a:effectLst/>
                <a:latin typeface="Helvetica" pitchFamily="2" charset="0"/>
              </a:rPr>
              <a:t>Pectoral Girdle)</a:t>
            </a:r>
            <a:endParaRPr lang="en" altLang="ko-KR" sz="2800" dirty="0">
              <a:effectLst/>
              <a:latin typeface="Helvetica" pitchFamily="2" charset="0"/>
            </a:endParaRP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B52B455C-175E-D156-B31D-8E526E94DC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7" r="-1" b="24203"/>
          <a:stretch/>
        </p:blipFill>
        <p:spPr bwMode="auto">
          <a:xfrm>
            <a:off x="5064950" y="1196989"/>
            <a:ext cx="3519996" cy="2315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E6A0B07-DE84-313F-1D1F-3253B834E15D}"/>
              </a:ext>
            </a:extLst>
          </p:cNvPr>
          <p:cNvSpPr/>
          <p:nvPr/>
        </p:nvSpPr>
        <p:spPr>
          <a:xfrm>
            <a:off x="5064951" y="3512430"/>
            <a:ext cx="3519996" cy="3044782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endParaRPr lang="en-US" altLang="ko-KR" dirty="0">
              <a:solidFill>
                <a:srgbClr val="0070C0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어깨뼈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Scapula) </a:t>
            </a:r>
            <a:r>
              <a:rPr lang="en" altLang="ko-KR" sz="1800" dirty="0">
                <a:solidFill>
                  <a:schemeClr val="tx1"/>
                </a:solidFill>
                <a:effectLst/>
                <a:latin typeface="Helvetica" pitchFamily="2" charset="0"/>
              </a:rPr>
              <a:t>- </a:t>
            </a:r>
            <a:r>
              <a:rPr lang="ko-KR" altLang="en-US" sz="1800" dirty="0">
                <a:solidFill>
                  <a:schemeClr val="tx1"/>
                </a:solidFill>
                <a:effectLst/>
                <a:latin typeface="Helvetica" pitchFamily="2" charset="0"/>
              </a:rPr>
              <a:t>견갑골이라고도 불립니다</a:t>
            </a:r>
            <a:r>
              <a:rPr lang="en-US" altLang="ko-KR" sz="1800" dirty="0">
                <a:solidFill>
                  <a:schemeClr val="tx1"/>
                </a:solidFill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solidFill>
                  <a:schemeClr val="tx1"/>
                </a:solidFill>
                <a:effectLst/>
                <a:latin typeface="Helvetica" pitchFamily="2" charset="0"/>
              </a:rPr>
              <a:t>해부학에서 쇄골과 함께 두 팔</a:t>
            </a:r>
            <a:r>
              <a:rPr lang="en-US" altLang="ko-KR" sz="18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ko-KR" altLang="en-US" sz="1800" dirty="0">
                <a:solidFill>
                  <a:schemeClr val="tx1"/>
                </a:solidFill>
                <a:effectLst/>
                <a:latin typeface="Helvetica" pitchFamily="2" charset="0"/>
              </a:rPr>
              <a:t>위팔뼈</a:t>
            </a:r>
            <a:r>
              <a:rPr lang="en-US" altLang="ko-KR" sz="18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r>
              <a:rPr lang="ko-KR" altLang="en-US" sz="1800" dirty="0">
                <a:solidFill>
                  <a:schemeClr val="tx1"/>
                </a:solidFill>
                <a:effectLst/>
                <a:latin typeface="Helvetica" pitchFamily="2" charset="0"/>
              </a:rPr>
              <a:t>과 몸통을 연결하는 뼈입니다</a:t>
            </a:r>
            <a:r>
              <a:rPr lang="en-US" altLang="ko-KR" sz="1800" dirty="0">
                <a:solidFill>
                  <a:schemeClr val="tx1"/>
                </a:solidFill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solidFill>
                  <a:schemeClr val="tx1"/>
                </a:solidFill>
                <a:effectLst/>
                <a:latin typeface="Helvetica" pitchFamily="2" charset="0"/>
              </a:rPr>
              <a:t>어깨의 등쪽 부위를 형성합니다</a:t>
            </a:r>
            <a:r>
              <a:rPr lang="en-US" altLang="ko-KR" sz="1800" dirty="0">
                <a:solidFill>
                  <a:schemeClr val="tx1"/>
                </a:solidFill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solidFill>
                  <a:schemeClr val="tx1"/>
                </a:solidFill>
                <a:effectLst/>
                <a:latin typeface="Helvetica" pitchFamily="2" charset="0"/>
              </a:rPr>
              <a:t>인간의 견갑골은 평평하며 대충 삼각형 모양이고 흉곽의 뒷면에 좌우 대칭으로 제</a:t>
            </a:r>
            <a:r>
              <a:rPr lang="en-US" altLang="ko-KR" sz="1800" dirty="0">
                <a:solidFill>
                  <a:schemeClr val="tx1"/>
                </a:solidFill>
                <a:effectLst/>
                <a:latin typeface="Helvetica" pitchFamily="2" charset="0"/>
              </a:rPr>
              <a:t>2 ~ </a:t>
            </a:r>
            <a:r>
              <a:rPr lang="ko-KR" altLang="en-US" sz="1800" dirty="0">
                <a:solidFill>
                  <a:schemeClr val="tx1"/>
                </a:solidFill>
                <a:effectLst/>
                <a:latin typeface="Helvetica" pitchFamily="2" charset="0"/>
              </a:rPr>
              <a:t>제</a:t>
            </a:r>
            <a:r>
              <a:rPr lang="en-US" altLang="ko-KR" sz="1800" dirty="0">
                <a:solidFill>
                  <a:schemeClr val="tx1"/>
                </a:solidFill>
                <a:effectLst/>
                <a:latin typeface="Helvetica" pitchFamily="2" charset="0"/>
              </a:rPr>
              <a:t>7</a:t>
            </a:r>
            <a:r>
              <a:rPr lang="ko-KR" altLang="en-US" sz="1800" dirty="0">
                <a:solidFill>
                  <a:schemeClr val="tx1"/>
                </a:solidFill>
                <a:effectLst/>
                <a:latin typeface="Helvetica" pitchFamily="2" charset="0"/>
              </a:rPr>
              <a:t>늑골에 걸쳐 있습니다</a:t>
            </a:r>
            <a:r>
              <a:rPr lang="en-US" altLang="ko-KR" sz="1800" dirty="0">
                <a:solidFill>
                  <a:schemeClr val="tx1"/>
                </a:solidFill>
                <a:effectLst/>
                <a:latin typeface="Helvetica" pitchFamily="2" charset="0"/>
              </a:rPr>
              <a:t>.</a:t>
            </a:r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2837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48E4-37F6-B885-9D65-FE7DD3FB8031}"/>
              </a:ext>
            </a:extLst>
          </p:cNvPr>
          <p:cNvSpPr/>
          <p:nvPr/>
        </p:nvSpPr>
        <p:spPr>
          <a:xfrm>
            <a:off x="358643" y="1322588"/>
            <a:ext cx="4051907" cy="5373686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993580" y="128807"/>
            <a:ext cx="34002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15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팔다리뼈대</a:t>
            </a:r>
            <a:r>
              <a:rPr lang="ko-KR" altLang="en-US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구성요소</a:t>
            </a:r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41963" y="128807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800" spc="-1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51F08-69BB-34D5-A727-F0F81045FFD3}"/>
              </a:ext>
            </a:extLst>
          </p:cNvPr>
          <p:cNvSpPr txBox="1"/>
          <p:nvPr/>
        </p:nvSpPr>
        <p:spPr>
          <a:xfrm>
            <a:off x="332805" y="1483121"/>
            <a:ext cx="407774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위팔뼈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Humerus</a:t>
            </a:r>
            <a:r>
              <a:rPr lang="en" altLang="ko-KR" sz="1800" dirty="0">
                <a:effectLst/>
                <a:latin typeface="Helvetica" pitchFamily="2" charset="0"/>
              </a:rPr>
              <a:t>) - </a:t>
            </a:r>
            <a:r>
              <a:rPr lang="ko-KR" altLang="en-US" sz="1800" dirty="0">
                <a:effectLst/>
                <a:latin typeface="Helvetica" pitchFamily="2" charset="0"/>
              </a:rPr>
              <a:t>어깨에서 팔꿈치까지 이어지는 긴 뼈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pPr marL="0" indent="0">
              <a:buNone/>
            </a:pPr>
            <a:endParaRPr lang="en-US" altLang="ko-KR" sz="1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ko-KR" altLang="en-US" sz="1800" dirty="0" err="1">
                <a:solidFill>
                  <a:srgbClr val="0070C0"/>
                </a:solidFill>
                <a:effectLst/>
                <a:latin typeface="Helvetica" pitchFamily="2" charset="0"/>
              </a:rPr>
              <a:t>노뼈</a:t>
            </a:r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Radius) </a:t>
            </a:r>
            <a:r>
              <a:rPr lang="en" altLang="ko-KR" sz="1800" dirty="0">
                <a:effectLst/>
                <a:latin typeface="Helvetica" pitchFamily="2" charset="0"/>
              </a:rPr>
              <a:t>- </a:t>
            </a:r>
            <a:r>
              <a:rPr lang="ko-KR" altLang="en-US" sz="1800" dirty="0" err="1">
                <a:effectLst/>
                <a:latin typeface="Helvetica" pitchFamily="2" charset="0"/>
              </a:rPr>
              <a:t>노뼈는</a:t>
            </a:r>
            <a:r>
              <a:rPr lang="ko-KR" altLang="en-US" sz="1800" dirty="0">
                <a:effectLst/>
                <a:latin typeface="Helvetica" pitchFamily="2" charset="0"/>
              </a:rPr>
              <a:t> 아래팔뼈 중 바깥쪽에 있는 뼈입니다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 err="1">
                <a:effectLst/>
                <a:latin typeface="Helvetica" pitchFamily="2" charset="0"/>
              </a:rPr>
              <a:t>몸쪽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 err="1">
                <a:effectLst/>
                <a:latin typeface="Helvetica" pitchFamily="2" charset="0"/>
              </a:rPr>
              <a:t>노뼈</a:t>
            </a:r>
            <a:r>
              <a:rPr lang="ko-KR" altLang="en-US" sz="1800" dirty="0">
                <a:effectLst/>
                <a:latin typeface="Helvetica" pitchFamily="2" charset="0"/>
              </a:rPr>
              <a:t> </a:t>
            </a:r>
            <a:r>
              <a:rPr lang="ko-KR" altLang="en-US" sz="1800" dirty="0" err="1">
                <a:effectLst/>
                <a:latin typeface="Helvetica" pitchFamily="2" charset="0"/>
              </a:rPr>
              <a:t>거친면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오목과 패임이 있는 </a:t>
            </a:r>
            <a:r>
              <a:rPr lang="ko-KR" altLang="en-US" sz="1800" dirty="0" err="1">
                <a:effectLst/>
                <a:latin typeface="Helvetica" pitchFamily="2" charset="0"/>
              </a:rPr>
              <a:t>노뼈</a:t>
            </a:r>
            <a:r>
              <a:rPr lang="ko-KR" altLang="en-US" sz="1800" dirty="0">
                <a:effectLst/>
                <a:latin typeface="Helvetica" pitchFamily="2" charset="0"/>
              </a:rPr>
              <a:t> </a:t>
            </a:r>
            <a:r>
              <a:rPr lang="ko-KR" altLang="en-US" sz="1800" dirty="0" err="1">
                <a:effectLst/>
                <a:latin typeface="Helvetica" pitchFamily="2" charset="0"/>
              </a:rPr>
              <a:t>먼쪽으로</a:t>
            </a:r>
            <a:r>
              <a:rPr lang="ko-KR" altLang="en-US" sz="1800" dirty="0">
                <a:effectLst/>
                <a:latin typeface="Helvetica" pitchFamily="2" charset="0"/>
              </a:rPr>
              <a:t> 구성됩니다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pPr marL="0" indent="0">
              <a:buNone/>
            </a:pPr>
            <a:endParaRPr lang="en-US" altLang="ko-KR" sz="1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ko-KR" altLang="en-US" sz="1800" dirty="0" err="1">
                <a:solidFill>
                  <a:srgbClr val="0070C0"/>
                </a:solidFill>
                <a:effectLst/>
                <a:latin typeface="Helvetica" pitchFamily="2" charset="0"/>
              </a:rPr>
              <a:t>자뼈</a:t>
            </a:r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Ulna) </a:t>
            </a:r>
            <a:r>
              <a:rPr lang="en" altLang="ko-KR" sz="1800" dirty="0">
                <a:effectLst/>
                <a:latin typeface="Helvetica" pitchFamily="2" charset="0"/>
              </a:rPr>
              <a:t>- </a:t>
            </a:r>
            <a:r>
              <a:rPr lang="ko-KR" altLang="en-US" sz="1800" dirty="0" err="1">
                <a:effectLst/>
                <a:latin typeface="Helvetica" pitchFamily="2" charset="0"/>
              </a:rPr>
              <a:t>자뼈는</a:t>
            </a:r>
            <a:r>
              <a:rPr lang="ko-KR" altLang="en-US" sz="1800" dirty="0">
                <a:effectLst/>
                <a:latin typeface="Helvetica" pitchFamily="2" charset="0"/>
              </a:rPr>
              <a:t> 아래팔의 안쪽에 위치하며 </a:t>
            </a:r>
            <a:r>
              <a:rPr lang="ko-KR" altLang="en-US" sz="1800" dirty="0" err="1">
                <a:effectLst/>
                <a:latin typeface="Helvetica" pitchFamily="2" charset="0"/>
              </a:rPr>
              <a:t>노뼈와</a:t>
            </a:r>
            <a:r>
              <a:rPr lang="ko-KR" altLang="en-US" sz="1800" dirty="0">
                <a:effectLst/>
                <a:latin typeface="Helvetica" pitchFamily="2" charset="0"/>
              </a:rPr>
              <a:t> 나란히 놓여 있는 삼각 기둥모양의 긴 뼈입니다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 err="1">
                <a:effectLst/>
                <a:latin typeface="Helvetica" pitchFamily="2" charset="0"/>
              </a:rPr>
              <a:t>자뼈의</a:t>
            </a:r>
            <a:r>
              <a:rPr lang="ko-KR" altLang="en-US" sz="1800" dirty="0">
                <a:effectLst/>
                <a:latin typeface="Helvetica" pitchFamily="2" charset="0"/>
              </a:rPr>
              <a:t> </a:t>
            </a:r>
            <a:r>
              <a:rPr lang="ko-KR" altLang="en-US" sz="1800" dirty="0" err="1">
                <a:effectLst/>
                <a:latin typeface="Helvetica" pitchFamily="2" charset="0"/>
              </a:rPr>
              <a:t>몸쪽</a:t>
            </a:r>
            <a:r>
              <a:rPr lang="ko-KR" altLang="en-US" sz="1800" dirty="0">
                <a:effectLst/>
                <a:latin typeface="Helvetica" pitchFamily="2" charset="0"/>
              </a:rPr>
              <a:t> 부분에는 팔꿈치머리와 갈고리 돌기가 있는데 위팔뼈 </a:t>
            </a:r>
            <a:r>
              <a:rPr lang="ko-KR" altLang="en-US" sz="1800" dirty="0" err="1">
                <a:effectLst/>
                <a:latin typeface="Helvetica" pitchFamily="2" charset="0"/>
              </a:rPr>
              <a:t>먼쪽</a:t>
            </a:r>
            <a:r>
              <a:rPr lang="ko-KR" altLang="en-US" sz="1800" dirty="0">
                <a:effectLst/>
                <a:latin typeface="Helvetica" pitchFamily="2" charset="0"/>
              </a:rPr>
              <a:t> 부분의 관절면과 </a:t>
            </a:r>
            <a:r>
              <a:rPr lang="ko-KR" altLang="en-US" sz="1800" dirty="0" err="1">
                <a:effectLst/>
                <a:latin typeface="Helvetica" pitchFamily="2" charset="0"/>
              </a:rPr>
              <a:t>위팔자관절을</a:t>
            </a:r>
            <a:r>
              <a:rPr lang="ko-KR" altLang="en-US" sz="1800" dirty="0">
                <a:effectLst/>
                <a:latin typeface="Helvetica" pitchFamily="2" charset="0"/>
              </a:rPr>
              <a:t> 이루고 </a:t>
            </a:r>
            <a:r>
              <a:rPr lang="ko-KR" altLang="en-US" sz="1800" dirty="0" err="1">
                <a:effectLst/>
                <a:latin typeface="Helvetica" pitchFamily="2" charset="0"/>
              </a:rPr>
              <a:t>노뼈머리와</a:t>
            </a:r>
            <a:r>
              <a:rPr lang="ko-KR" altLang="en-US" sz="1800" dirty="0">
                <a:effectLst/>
                <a:latin typeface="Helvetica" pitchFamily="2" charset="0"/>
              </a:rPr>
              <a:t> </a:t>
            </a:r>
            <a:r>
              <a:rPr lang="ko-KR" altLang="en-US" sz="1800" dirty="0" err="1">
                <a:effectLst/>
                <a:latin typeface="Helvetica" pitchFamily="2" charset="0"/>
              </a:rPr>
              <a:t>자뼈의</a:t>
            </a:r>
            <a:r>
              <a:rPr lang="ko-KR" altLang="en-US" sz="1800" dirty="0">
                <a:effectLst/>
                <a:latin typeface="Helvetica" pitchFamily="2" charset="0"/>
              </a:rPr>
              <a:t> </a:t>
            </a:r>
            <a:r>
              <a:rPr lang="ko-KR" altLang="en-US" sz="1800" dirty="0" err="1">
                <a:effectLst/>
                <a:latin typeface="Helvetica" pitchFamily="2" charset="0"/>
              </a:rPr>
              <a:t>노패임에서</a:t>
            </a:r>
            <a:r>
              <a:rPr lang="ko-KR" altLang="en-US" sz="1800" dirty="0">
                <a:effectLst/>
                <a:latin typeface="Helvetica" pitchFamily="2" charset="0"/>
              </a:rPr>
              <a:t> </a:t>
            </a:r>
            <a:r>
              <a:rPr lang="ko-KR" altLang="en-US" sz="1800" dirty="0" err="1">
                <a:effectLst/>
                <a:latin typeface="Helvetica" pitchFamily="2" charset="0"/>
              </a:rPr>
              <a:t>몸쪽</a:t>
            </a:r>
            <a:r>
              <a:rPr lang="ko-KR" altLang="en-US" sz="1800" dirty="0">
                <a:effectLst/>
                <a:latin typeface="Helvetica" pitchFamily="2" charset="0"/>
              </a:rPr>
              <a:t> 노자관절을 이룹니다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 err="1">
                <a:effectLst/>
                <a:latin typeface="Helvetica" pitchFamily="2" charset="0"/>
              </a:rPr>
              <a:t>자뼈의</a:t>
            </a:r>
            <a:r>
              <a:rPr lang="ko-KR" altLang="en-US" sz="1800" dirty="0">
                <a:effectLst/>
                <a:latin typeface="Helvetica" pitchFamily="2" charset="0"/>
              </a:rPr>
              <a:t> </a:t>
            </a:r>
            <a:r>
              <a:rPr lang="ko-KR" altLang="en-US" sz="1800" dirty="0" err="1">
                <a:effectLst/>
                <a:latin typeface="Helvetica" pitchFamily="2" charset="0"/>
              </a:rPr>
              <a:t>먼쪽</a:t>
            </a:r>
            <a:r>
              <a:rPr lang="ko-KR" altLang="en-US" sz="1800" dirty="0">
                <a:effectLst/>
                <a:latin typeface="Helvetica" pitchFamily="2" charset="0"/>
              </a:rPr>
              <a:t> 부분에서는 </a:t>
            </a:r>
            <a:r>
              <a:rPr lang="ko-KR" altLang="en-US" sz="1800" dirty="0" err="1">
                <a:effectLst/>
                <a:latin typeface="Helvetica" pitchFamily="2" charset="0"/>
              </a:rPr>
              <a:t>먼쪽</a:t>
            </a:r>
            <a:r>
              <a:rPr lang="ko-KR" altLang="en-US" sz="1800" dirty="0">
                <a:effectLst/>
                <a:latin typeface="Helvetica" pitchFamily="2" charset="0"/>
              </a:rPr>
              <a:t> 노자관절을 이루며 손목뼈와 손목관절을 형성합니다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pPr algn="ctr"/>
            <a:endParaRPr lang="ko-KR" altLang="en-US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FC5D2-3129-4424-DD68-F5E817621E99}"/>
              </a:ext>
            </a:extLst>
          </p:cNvPr>
          <p:cNvSpPr txBox="1"/>
          <p:nvPr/>
        </p:nvSpPr>
        <p:spPr>
          <a:xfrm>
            <a:off x="2308968" y="652027"/>
            <a:ext cx="45159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effectLst/>
                <a:latin typeface="Helvetica" pitchFamily="2" charset="0"/>
              </a:rPr>
              <a:t>팔뼈 </a:t>
            </a:r>
            <a:r>
              <a:rPr lang="en-US" altLang="ko-KR" sz="2800" b="1" dirty="0">
                <a:effectLst/>
                <a:latin typeface="Helvetica" pitchFamily="2" charset="0"/>
              </a:rPr>
              <a:t>(</a:t>
            </a:r>
            <a:r>
              <a:rPr lang="en" altLang="ko-KR" sz="2800" b="1" dirty="0">
                <a:effectLst/>
                <a:latin typeface="Helvetica" pitchFamily="2" charset="0"/>
              </a:rPr>
              <a:t>Arm Bones) &lt;64</a:t>
            </a:r>
            <a:r>
              <a:rPr lang="ko-KR" altLang="en-US" sz="2800" b="1" dirty="0">
                <a:effectLst/>
                <a:latin typeface="Helvetica" pitchFamily="2" charset="0"/>
              </a:rPr>
              <a:t>개</a:t>
            </a:r>
            <a:r>
              <a:rPr lang="en-US" altLang="ko-KR" sz="2800" b="1" dirty="0">
                <a:effectLst/>
                <a:latin typeface="Helvetica" pitchFamily="2" charset="0"/>
              </a:rPr>
              <a:t>&gt;</a:t>
            </a:r>
            <a:endParaRPr lang="ko-KR" altLang="en-US" sz="2800" dirty="0">
              <a:effectLst/>
              <a:latin typeface="Helvetica" pitchFamily="2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9CA54E0-CA5E-3495-2611-D33EB345D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855" y="1322587"/>
            <a:ext cx="3951502" cy="273990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3871EEA-2F93-E265-688C-543E1D0FF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687" y="3755013"/>
            <a:ext cx="3937670" cy="2922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616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48E4-37F6-B885-9D65-FE7DD3FB8031}"/>
              </a:ext>
            </a:extLst>
          </p:cNvPr>
          <p:cNvSpPr/>
          <p:nvPr/>
        </p:nvSpPr>
        <p:spPr>
          <a:xfrm>
            <a:off x="358643" y="1322588"/>
            <a:ext cx="4051907" cy="4407850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993580" y="128807"/>
            <a:ext cx="34002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15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팔다리뼈대</a:t>
            </a:r>
            <a:r>
              <a:rPr lang="ko-KR" altLang="en-US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구성요소</a:t>
            </a:r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41963" y="128807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800" spc="-1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51F08-69BB-34D5-A727-F0F81045FFD3}"/>
              </a:ext>
            </a:extLst>
          </p:cNvPr>
          <p:cNvSpPr txBox="1"/>
          <p:nvPr/>
        </p:nvSpPr>
        <p:spPr>
          <a:xfrm>
            <a:off x="332805" y="1483121"/>
            <a:ext cx="407774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손목뼈</a:t>
            </a:r>
            <a:r>
              <a:rPr lang="ko-KR" altLang="en-US" sz="1800" dirty="0">
                <a:effectLst/>
                <a:latin typeface="Helvetica" pitchFamily="2" charset="0"/>
              </a:rPr>
              <a:t> </a:t>
            </a:r>
            <a:r>
              <a:rPr lang="en-US" altLang="ko-KR" sz="1800" dirty="0"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effectLst/>
                <a:latin typeface="Helvetica" pitchFamily="2" charset="0"/>
              </a:rPr>
              <a:t>Carpal Bones) - </a:t>
            </a:r>
            <a:r>
              <a:rPr lang="ko-KR" altLang="en-US" sz="1800" dirty="0">
                <a:effectLst/>
                <a:latin typeface="Helvetica" pitchFamily="2" charset="0"/>
              </a:rPr>
              <a:t>손목을 구성하는 작은 </a:t>
            </a:r>
            <a:r>
              <a:rPr lang="en-US" altLang="ko-KR" sz="1800" dirty="0">
                <a:effectLst/>
                <a:latin typeface="Helvetica" pitchFamily="2" charset="0"/>
              </a:rPr>
              <a:t>8</a:t>
            </a:r>
            <a:r>
              <a:rPr lang="ko-KR" altLang="en-US" sz="1800" dirty="0">
                <a:effectLst/>
                <a:latin typeface="Helvetica" pitchFamily="2" charset="0"/>
              </a:rPr>
              <a:t>개의 뼈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pPr marL="0" indent="0">
              <a:buNone/>
            </a:pPr>
            <a:r>
              <a:rPr lang="ko-KR" altLang="en-US" sz="1800" dirty="0">
                <a:effectLst/>
                <a:latin typeface="Helvetica" pitchFamily="2" charset="0"/>
              </a:rPr>
              <a:t>특정 이름을 나열하면</a:t>
            </a:r>
            <a:r>
              <a:rPr lang="en-US" altLang="ko-KR" sz="1800" dirty="0">
                <a:effectLst/>
                <a:latin typeface="Helvetica" pitchFamily="2" charset="0"/>
              </a:rPr>
              <a:t>?</a:t>
            </a:r>
            <a:br>
              <a:rPr lang="en-US" altLang="ko-KR" sz="1800" dirty="0">
                <a:effectLst/>
                <a:latin typeface="Helvetica" pitchFamily="2" charset="0"/>
              </a:rPr>
            </a:br>
            <a:r>
              <a:rPr lang="en-US" altLang="ko-KR" sz="1800" dirty="0">
                <a:effectLst/>
                <a:latin typeface="Helvetica" pitchFamily="2" charset="0"/>
              </a:rPr>
              <a:t>-&gt; </a:t>
            </a:r>
            <a:r>
              <a:rPr lang="ko-KR" altLang="en-US" sz="1800" dirty="0" err="1">
                <a:effectLst/>
                <a:latin typeface="Helvetica" pitchFamily="2" charset="0"/>
              </a:rPr>
              <a:t>주상골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 err="1">
                <a:effectLst/>
                <a:latin typeface="Helvetica" pitchFamily="2" charset="0"/>
              </a:rPr>
              <a:t>월상골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 err="1">
                <a:effectLst/>
                <a:latin typeface="Helvetica" pitchFamily="2" charset="0"/>
              </a:rPr>
              <a:t>세모뼈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 err="1">
                <a:effectLst/>
                <a:latin typeface="Helvetica" pitchFamily="2" charset="0"/>
              </a:rPr>
              <a:t>완두골</a:t>
            </a:r>
            <a:r>
              <a:rPr lang="ko-KR" altLang="en-US" sz="1800" dirty="0">
                <a:effectLst/>
                <a:latin typeface="Helvetica" pitchFamily="2" charset="0"/>
              </a:rPr>
              <a:t> 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 err="1">
                <a:effectLst/>
                <a:latin typeface="Helvetica" pitchFamily="2" charset="0"/>
              </a:rPr>
              <a:t>대능형골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 err="1">
                <a:effectLst/>
                <a:latin typeface="Helvetica" pitchFamily="2" charset="0"/>
              </a:rPr>
              <a:t>소능형골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 err="1">
                <a:effectLst/>
                <a:latin typeface="Helvetica" pitchFamily="2" charset="0"/>
              </a:rPr>
              <a:t>유두골</a:t>
            </a:r>
            <a:r>
              <a:rPr lang="ko-KR" altLang="en-US" sz="1800" dirty="0">
                <a:effectLst/>
                <a:latin typeface="Helvetica" pitchFamily="2" charset="0"/>
              </a:rPr>
              <a:t> 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 err="1">
                <a:effectLst/>
                <a:latin typeface="Helvetica" pitchFamily="2" charset="0"/>
              </a:rPr>
              <a:t>유구골</a:t>
            </a:r>
            <a:endParaRPr lang="ko-KR" altLang="en-US" sz="1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endParaRPr lang="en-US" altLang="ko-KR" sz="1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손허리뼈 </a:t>
            </a:r>
            <a:r>
              <a:rPr lang="en-US" altLang="ko-KR" sz="1800" dirty="0"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effectLst/>
                <a:latin typeface="Helvetica" pitchFamily="2" charset="0"/>
              </a:rPr>
              <a:t>Metacarpal Bones) - </a:t>
            </a:r>
            <a:r>
              <a:rPr lang="ko-KR" altLang="en-US" sz="1800" dirty="0">
                <a:effectLst/>
                <a:latin typeface="Helvetica" pitchFamily="2" charset="0"/>
              </a:rPr>
              <a:t>손바닥을 구성하는 </a:t>
            </a:r>
            <a:r>
              <a:rPr lang="en-US" altLang="ko-KR" sz="1800" dirty="0">
                <a:effectLst/>
                <a:latin typeface="Helvetica" pitchFamily="2" charset="0"/>
              </a:rPr>
              <a:t>5</a:t>
            </a:r>
            <a:r>
              <a:rPr lang="ko-KR" altLang="en-US" sz="1800" dirty="0">
                <a:effectLst/>
                <a:latin typeface="Helvetica" pitchFamily="2" charset="0"/>
              </a:rPr>
              <a:t>개의 뼈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  <a:br>
              <a:rPr lang="en-US" altLang="ko-KR" sz="1800" dirty="0">
                <a:effectLst/>
                <a:latin typeface="Helvetica" pitchFamily="2" charset="0"/>
              </a:rPr>
            </a:br>
            <a:endParaRPr lang="en-US" altLang="ko-KR" sz="1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손가락뼈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Phalanges) </a:t>
            </a:r>
            <a:r>
              <a:rPr lang="en" altLang="ko-KR" sz="1800" dirty="0">
                <a:effectLst/>
                <a:latin typeface="Helvetica" pitchFamily="2" charset="0"/>
              </a:rPr>
              <a:t>- </a:t>
            </a:r>
            <a:r>
              <a:rPr lang="ko-KR" altLang="en-US" sz="1800" dirty="0">
                <a:effectLst/>
                <a:latin typeface="Helvetica" pitchFamily="2" charset="0"/>
              </a:rPr>
              <a:t>각 손가락을 구성하는 뼈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  <a:r>
              <a:rPr lang="ko-KR" altLang="en-US" sz="1800" dirty="0">
                <a:effectLst/>
                <a:latin typeface="Helvetica" pitchFamily="2" charset="0"/>
              </a:rPr>
              <a:t> </a:t>
            </a:r>
            <a:endParaRPr lang="en-US" altLang="ko-KR" sz="1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ko-KR" altLang="en-US" sz="1800" dirty="0">
                <a:effectLst/>
                <a:latin typeface="Helvetica" pitchFamily="2" charset="0"/>
              </a:rPr>
              <a:t>각 손가락마다 </a:t>
            </a:r>
            <a:r>
              <a:rPr lang="en-US" altLang="ko-KR" sz="1800" dirty="0">
                <a:effectLst/>
                <a:latin typeface="Helvetica" pitchFamily="2" charset="0"/>
              </a:rPr>
              <a:t>3</a:t>
            </a:r>
            <a:r>
              <a:rPr lang="ko-KR" altLang="en-US" sz="1800" dirty="0">
                <a:effectLst/>
                <a:latin typeface="Helvetica" pitchFamily="2" charset="0"/>
              </a:rPr>
              <a:t>개의 </a:t>
            </a:r>
            <a:r>
              <a:rPr lang="ko-KR" altLang="en-US" sz="1800" dirty="0" err="1">
                <a:effectLst/>
                <a:latin typeface="Helvetica" pitchFamily="2" charset="0"/>
              </a:rPr>
              <a:t>마디뼈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엄지손가락은 </a:t>
            </a:r>
            <a:r>
              <a:rPr lang="en-US" altLang="ko-KR" sz="1800" dirty="0">
                <a:effectLst/>
                <a:latin typeface="Helvetica" pitchFamily="2" charset="0"/>
              </a:rPr>
              <a:t>2</a:t>
            </a:r>
            <a:r>
              <a:rPr lang="ko-KR" altLang="en-US" sz="1800" dirty="0">
                <a:effectLst/>
                <a:latin typeface="Helvetica" pitchFamily="2" charset="0"/>
              </a:rPr>
              <a:t>개의 </a:t>
            </a:r>
            <a:r>
              <a:rPr lang="ko-KR" altLang="en-US" sz="1800" dirty="0" err="1">
                <a:effectLst/>
                <a:latin typeface="Helvetica" pitchFamily="2" charset="0"/>
              </a:rPr>
              <a:t>마디뼈</a:t>
            </a:r>
            <a:r>
              <a:rPr lang="ko-KR" altLang="en-US" sz="1800" dirty="0">
                <a:effectLst/>
                <a:latin typeface="Helvetica" pitchFamily="2" charset="0"/>
              </a:rPr>
              <a:t> </a:t>
            </a:r>
            <a:r>
              <a:rPr lang="en-US" altLang="ko-KR" sz="1800" dirty="0"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effectLst/>
                <a:latin typeface="Helvetica" pitchFamily="2" charset="0"/>
              </a:rPr>
              <a:t>proximal, distal phalanges)</a:t>
            </a:r>
            <a:r>
              <a:rPr lang="ko-KR" altLang="en-US" sz="1800" dirty="0">
                <a:effectLst/>
                <a:latin typeface="Helvetica" pitchFamily="2" charset="0"/>
              </a:rPr>
              <a:t>로 구성됨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pPr algn="ctr"/>
            <a:endParaRPr lang="ko-KR" altLang="en-US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FC5D2-3129-4424-DD68-F5E817621E99}"/>
              </a:ext>
            </a:extLst>
          </p:cNvPr>
          <p:cNvSpPr txBox="1"/>
          <p:nvPr/>
        </p:nvSpPr>
        <p:spPr>
          <a:xfrm>
            <a:off x="2308968" y="652027"/>
            <a:ext cx="45159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effectLst/>
                <a:latin typeface="Helvetica" pitchFamily="2" charset="0"/>
              </a:rPr>
              <a:t>팔뼈 </a:t>
            </a:r>
            <a:r>
              <a:rPr lang="en-US" altLang="ko-KR" sz="2800" b="1" dirty="0">
                <a:effectLst/>
                <a:latin typeface="Helvetica" pitchFamily="2" charset="0"/>
              </a:rPr>
              <a:t>(</a:t>
            </a:r>
            <a:r>
              <a:rPr lang="en" altLang="ko-KR" sz="2800" b="1" dirty="0">
                <a:effectLst/>
                <a:latin typeface="Helvetica" pitchFamily="2" charset="0"/>
              </a:rPr>
              <a:t>Arm Bones) &lt;64</a:t>
            </a:r>
            <a:r>
              <a:rPr lang="ko-KR" altLang="en-US" sz="2800" b="1" dirty="0">
                <a:effectLst/>
                <a:latin typeface="Helvetica" pitchFamily="2" charset="0"/>
              </a:rPr>
              <a:t>개</a:t>
            </a:r>
            <a:r>
              <a:rPr lang="en-US" altLang="ko-KR" sz="2800" b="1" dirty="0">
                <a:effectLst/>
                <a:latin typeface="Helvetica" pitchFamily="2" charset="0"/>
              </a:rPr>
              <a:t>&gt;</a:t>
            </a:r>
            <a:endParaRPr lang="ko-KR" altLang="en-US" sz="2800" dirty="0">
              <a:effectLst/>
              <a:latin typeface="Helvetica" pitchFamily="2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2300E6E-1669-3DE1-A8B0-5556AAF3B6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21" r="-2" b="2194"/>
          <a:stretch/>
        </p:blipFill>
        <p:spPr bwMode="auto">
          <a:xfrm>
            <a:off x="4566958" y="1681325"/>
            <a:ext cx="4440997" cy="465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14266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48E4-37F6-B885-9D65-FE7DD3FB8031}"/>
              </a:ext>
            </a:extLst>
          </p:cNvPr>
          <p:cNvSpPr/>
          <p:nvPr/>
        </p:nvSpPr>
        <p:spPr>
          <a:xfrm>
            <a:off x="358642" y="3429000"/>
            <a:ext cx="4051907" cy="1732548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 err="1">
                <a:solidFill>
                  <a:srgbClr val="0070C0"/>
                </a:solidFill>
                <a:effectLst/>
                <a:latin typeface="Helvetica" pitchFamily="2" charset="0"/>
              </a:rPr>
              <a:t>볼기뼈</a:t>
            </a:r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Hip Bone or Pelvic Bone)</a:t>
            </a:r>
            <a:r>
              <a:rPr lang="en" altLang="ko-KR" sz="1800" dirty="0">
                <a:effectLst/>
                <a:latin typeface="Helvetica" pitchFamily="2" charset="0"/>
              </a:rPr>
              <a:t> - </a:t>
            </a:r>
            <a:r>
              <a:rPr lang="ko-KR" altLang="en-US" sz="1800" dirty="0">
                <a:solidFill>
                  <a:schemeClr val="tx1"/>
                </a:solidFill>
                <a:effectLst/>
                <a:latin typeface="Helvetica" pitchFamily="2" charset="0"/>
              </a:rPr>
              <a:t>척추와 다리를 연결하는 큰 뼈</a:t>
            </a:r>
            <a:r>
              <a:rPr lang="en-US" altLang="ko-KR" sz="1800" dirty="0">
                <a:solidFill>
                  <a:schemeClr val="tx1"/>
                </a:solidFill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solidFill>
                  <a:schemeClr val="tx1"/>
                </a:solidFill>
                <a:effectLst/>
                <a:latin typeface="Helvetica" pitchFamily="2" charset="0"/>
              </a:rPr>
              <a:t>장골</a:t>
            </a:r>
            <a:r>
              <a:rPr lang="en-US" altLang="ko-KR" sz="1800" dirty="0">
                <a:solidFill>
                  <a:schemeClr val="tx1"/>
                </a:solidFill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solidFill>
                  <a:schemeClr val="tx1"/>
                </a:solidFill>
                <a:effectLst/>
                <a:latin typeface="Helvetica" pitchFamily="2" charset="0"/>
              </a:rPr>
              <a:t>좌골</a:t>
            </a:r>
            <a:r>
              <a:rPr lang="en-US" altLang="ko-KR" sz="1800" dirty="0">
                <a:solidFill>
                  <a:schemeClr val="tx1"/>
                </a:solidFill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solidFill>
                  <a:schemeClr val="tx1"/>
                </a:solidFill>
                <a:effectLst/>
                <a:latin typeface="Helvetica" pitchFamily="2" charset="0"/>
              </a:rPr>
              <a:t>치골로 구성됨</a:t>
            </a:r>
            <a:r>
              <a:rPr lang="en-US" altLang="ko-KR" sz="1800" dirty="0">
                <a:solidFill>
                  <a:schemeClr val="tx1"/>
                </a:solidFill>
                <a:effectLst/>
                <a:latin typeface="Helvetica" pitchFamily="2" charset="0"/>
              </a:rPr>
              <a:t>.</a:t>
            </a:r>
          </a:p>
          <a:p>
            <a:pPr algn="ctr"/>
            <a:endParaRPr lang="ko-KR" altLang="en-US" dirty="0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993580" y="128807"/>
            <a:ext cx="34002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15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팔다리뼈대</a:t>
            </a:r>
            <a:r>
              <a:rPr lang="ko-KR" altLang="en-US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구성요소</a:t>
            </a:r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41963" y="128807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800" spc="-1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FC5D2-3129-4424-DD68-F5E817621E99}"/>
              </a:ext>
            </a:extLst>
          </p:cNvPr>
          <p:cNvSpPr txBox="1"/>
          <p:nvPr/>
        </p:nvSpPr>
        <p:spPr>
          <a:xfrm>
            <a:off x="2308968" y="716129"/>
            <a:ext cx="45159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effectLst/>
                <a:latin typeface="Helvetica" pitchFamily="2" charset="0"/>
              </a:rPr>
              <a:t>다리이음뼈</a:t>
            </a:r>
            <a:r>
              <a:rPr lang="ko-KR" altLang="en-US" sz="2800" b="1" dirty="0">
                <a:effectLst/>
                <a:latin typeface="Helvetica" pitchFamily="2" charset="0"/>
              </a:rPr>
              <a:t> </a:t>
            </a:r>
            <a:r>
              <a:rPr lang="en-US" altLang="ko-KR" sz="2800" b="1" dirty="0">
                <a:effectLst/>
                <a:latin typeface="Helvetica" pitchFamily="2" charset="0"/>
              </a:rPr>
              <a:t>(</a:t>
            </a:r>
            <a:r>
              <a:rPr lang="en" altLang="ko-KR" sz="2800" b="1" dirty="0">
                <a:effectLst/>
                <a:latin typeface="Helvetica" pitchFamily="2" charset="0"/>
              </a:rPr>
              <a:t>Pelvic Girdle)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575816F7-4F49-32E8-485D-AC5DAFDCFD83}"/>
              </a:ext>
            </a:extLst>
          </p:cNvPr>
          <p:cNvSpPr txBox="1">
            <a:spLocks/>
          </p:cNvSpPr>
          <p:nvPr/>
        </p:nvSpPr>
        <p:spPr>
          <a:xfrm>
            <a:off x="-5704556" y="2816800"/>
            <a:ext cx="2326132" cy="230818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b="1">
                <a:latin typeface="Helvetica" pitchFamily="2" charset="0"/>
              </a:rPr>
              <a:t>다리이음뼈 </a:t>
            </a:r>
            <a:r>
              <a:rPr lang="en-US" altLang="ko-KR" sz="2000" b="1">
                <a:latin typeface="Helvetica" pitchFamily="2" charset="0"/>
              </a:rPr>
              <a:t>(</a:t>
            </a:r>
            <a:r>
              <a:rPr lang="en" altLang="ko-KR" sz="2000" b="1">
                <a:latin typeface="Helvetica" pitchFamily="2" charset="0"/>
              </a:rPr>
              <a:t>Pelvic Girdle)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>
                <a:solidFill>
                  <a:srgbClr val="0070C0"/>
                </a:solidFill>
                <a:latin typeface="Helvetica" pitchFamily="2" charset="0"/>
              </a:rPr>
              <a:t>볼기뼈 </a:t>
            </a:r>
            <a:r>
              <a:rPr lang="en-US" altLang="ko-KR" sz="2000">
                <a:solidFill>
                  <a:srgbClr val="0070C0"/>
                </a:solidFill>
                <a:latin typeface="Helvetica" pitchFamily="2" charset="0"/>
              </a:rPr>
              <a:t>(</a:t>
            </a:r>
            <a:r>
              <a:rPr lang="en" altLang="ko-KR" sz="2000">
                <a:solidFill>
                  <a:srgbClr val="0070C0"/>
                </a:solidFill>
                <a:latin typeface="Helvetica" pitchFamily="2" charset="0"/>
              </a:rPr>
              <a:t>Hip Bone or Pelvic Bone)</a:t>
            </a:r>
            <a:r>
              <a:rPr lang="en" altLang="ko-KR" sz="2000">
                <a:latin typeface="Helvetica" pitchFamily="2" charset="0"/>
              </a:rPr>
              <a:t> - </a:t>
            </a:r>
            <a:r>
              <a:rPr lang="ko-KR" altLang="en-US" sz="2000">
                <a:latin typeface="Helvetica" pitchFamily="2" charset="0"/>
              </a:rPr>
              <a:t>척추와 다리를 연결하는 큰 뼈</a:t>
            </a:r>
            <a:r>
              <a:rPr lang="en-US" altLang="ko-KR" sz="2000">
                <a:latin typeface="Helvetica" pitchFamily="2" charset="0"/>
              </a:rPr>
              <a:t>. </a:t>
            </a:r>
            <a:r>
              <a:rPr lang="ko-KR" altLang="en-US" sz="2000">
                <a:latin typeface="Helvetica" pitchFamily="2" charset="0"/>
              </a:rPr>
              <a:t>장골</a:t>
            </a:r>
            <a:r>
              <a:rPr lang="en-US" altLang="ko-KR" sz="2000">
                <a:latin typeface="Helvetica" pitchFamily="2" charset="0"/>
              </a:rPr>
              <a:t>, </a:t>
            </a:r>
            <a:r>
              <a:rPr lang="ko-KR" altLang="en-US" sz="2000">
                <a:latin typeface="Helvetica" pitchFamily="2" charset="0"/>
              </a:rPr>
              <a:t>좌골</a:t>
            </a:r>
            <a:r>
              <a:rPr lang="en-US" altLang="ko-KR" sz="2000">
                <a:latin typeface="Helvetica" pitchFamily="2" charset="0"/>
              </a:rPr>
              <a:t>, </a:t>
            </a:r>
            <a:r>
              <a:rPr lang="ko-KR" altLang="en-US" sz="2000">
                <a:latin typeface="Helvetica" pitchFamily="2" charset="0"/>
              </a:rPr>
              <a:t>치골로 구성됨</a:t>
            </a:r>
            <a:r>
              <a:rPr lang="en-US" altLang="ko-KR" sz="2000">
                <a:latin typeface="Helvetica" pitchFamily="2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" altLang="ko-KR" sz="2000" dirty="0">
              <a:latin typeface="Helvetica" pitchFamily="2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1107392F-AFFD-9FBD-FE9C-C8627D8F16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09" r="20227" b="1"/>
          <a:stretch/>
        </p:blipFill>
        <p:spPr bwMode="auto">
          <a:xfrm>
            <a:off x="4733452" y="1322588"/>
            <a:ext cx="4204116" cy="440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5835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48E4-37F6-B885-9D65-FE7DD3FB8031}"/>
              </a:ext>
            </a:extLst>
          </p:cNvPr>
          <p:cNvSpPr/>
          <p:nvPr/>
        </p:nvSpPr>
        <p:spPr>
          <a:xfrm>
            <a:off x="358643" y="1322588"/>
            <a:ext cx="4051907" cy="5078212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993580" y="128807"/>
            <a:ext cx="34002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15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팔다리뼈대</a:t>
            </a:r>
            <a:r>
              <a:rPr lang="ko-KR" altLang="en-US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구성요소</a:t>
            </a:r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41963" y="128807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800" spc="-1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51F08-69BB-34D5-A727-F0F81045FFD3}"/>
              </a:ext>
            </a:extLst>
          </p:cNvPr>
          <p:cNvSpPr txBox="1"/>
          <p:nvPr/>
        </p:nvSpPr>
        <p:spPr>
          <a:xfrm>
            <a:off x="332805" y="1483121"/>
            <a:ext cx="407774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>
                <a:solidFill>
                  <a:srgbClr val="0070C0"/>
                </a:solidFill>
                <a:effectLst/>
                <a:latin typeface="Helvetica" pitchFamily="2" charset="0"/>
              </a:rPr>
              <a:t>다리뼈 </a:t>
            </a:r>
            <a:r>
              <a:rPr lang="en-US" altLang="ko-KR" sz="180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>
                <a:solidFill>
                  <a:srgbClr val="0070C0"/>
                </a:solidFill>
                <a:effectLst/>
                <a:latin typeface="Helvetica" pitchFamily="2" charset="0"/>
              </a:rPr>
              <a:t>Leg Bones)</a:t>
            </a:r>
          </a:p>
          <a:p>
            <a:pPr marL="0" indent="0">
              <a:buNone/>
            </a:pPr>
            <a:endParaRPr lang="en" altLang="ko-KR" sz="1800">
              <a:effectLst/>
              <a:latin typeface="Helvetica" pitchFamily="2" charset="0"/>
            </a:endParaRPr>
          </a:p>
          <a:p>
            <a:r>
              <a:rPr lang="ko-KR" altLang="en-US" sz="1800">
                <a:solidFill>
                  <a:srgbClr val="0070C0"/>
                </a:solidFill>
                <a:effectLst/>
                <a:latin typeface="Helvetica" pitchFamily="2" charset="0"/>
              </a:rPr>
              <a:t>넙다리뼈 </a:t>
            </a:r>
            <a:r>
              <a:rPr lang="en-US" altLang="ko-KR" sz="180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>
                <a:solidFill>
                  <a:srgbClr val="0070C0"/>
                </a:solidFill>
                <a:effectLst/>
                <a:latin typeface="Helvetica" pitchFamily="2" charset="0"/>
              </a:rPr>
              <a:t>Femur) </a:t>
            </a:r>
            <a:r>
              <a:rPr lang="en" altLang="ko-KR" sz="1800">
                <a:effectLst/>
                <a:latin typeface="Helvetica" pitchFamily="2" charset="0"/>
              </a:rPr>
              <a:t>- </a:t>
            </a:r>
            <a:r>
              <a:rPr lang="ko-KR" altLang="en-US" sz="1800">
                <a:effectLst/>
                <a:latin typeface="Helvetica" pitchFamily="2" charset="0"/>
              </a:rPr>
              <a:t>엉덩이에서 무릎까지 이어지는 긴 뼈</a:t>
            </a:r>
            <a:r>
              <a:rPr lang="en-US" altLang="ko-KR" sz="1800">
                <a:effectLst/>
                <a:latin typeface="Helvetica" pitchFamily="2" charset="0"/>
              </a:rPr>
              <a:t>.</a:t>
            </a:r>
          </a:p>
          <a:p>
            <a:pPr marL="0" indent="0">
              <a:buNone/>
            </a:pPr>
            <a:endParaRPr lang="en-US" altLang="ko-KR" sz="1800">
              <a:effectLst/>
              <a:latin typeface="Helvetica" pitchFamily="2" charset="0"/>
            </a:endParaRPr>
          </a:p>
          <a:p>
            <a:r>
              <a:rPr lang="ko-KR" altLang="en-US" sz="1800">
                <a:solidFill>
                  <a:srgbClr val="0070C0"/>
                </a:solidFill>
                <a:effectLst/>
                <a:latin typeface="Helvetica" pitchFamily="2" charset="0"/>
              </a:rPr>
              <a:t>무릎뼈 </a:t>
            </a:r>
            <a:r>
              <a:rPr lang="en-US" altLang="ko-KR" sz="180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>
                <a:solidFill>
                  <a:srgbClr val="0070C0"/>
                </a:solidFill>
                <a:effectLst/>
                <a:latin typeface="Helvetica" pitchFamily="2" charset="0"/>
              </a:rPr>
              <a:t>Patella) </a:t>
            </a:r>
            <a:r>
              <a:rPr lang="en" altLang="ko-KR" sz="1800">
                <a:effectLst/>
                <a:latin typeface="Helvetica" pitchFamily="2" charset="0"/>
              </a:rPr>
              <a:t>- </a:t>
            </a:r>
            <a:r>
              <a:rPr lang="ko-KR" altLang="en-US" sz="1800">
                <a:effectLst/>
                <a:latin typeface="Helvetica" pitchFamily="2" charset="0"/>
              </a:rPr>
              <a:t>무릎뼈는 사람의 몸에서 가장 큰 삼각형의 종자골이며 넙다리뼈와 만나 넙다리무릎관절을 형성하고 무릎뼈의 관절면은 타원형입니다</a:t>
            </a:r>
            <a:r>
              <a:rPr lang="en-US" altLang="ko-KR" sz="1800">
                <a:effectLst/>
                <a:latin typeface="Helvetica" pitchFamily="2" charset="0"/>
              </a:rPr>
              <a:t>. </a:t>
            </a:r>
            <a:r>
              <a:rPr lang="ko-KR" altLang="en-US" sz="1800">
                <a:effectLst/>
                <a:latin typeface="Helvetica" pitchFamily="2" charset="0"/>
              </a:rPr>
              <a:t>무릎관절 앞쪽에 위치하는 삼각형 모양의 뼈로 넙다리네갈래근의 힘줄 안에 있으며 무릎힘줄과 이어져 정강뼈 거친면과 연결됩니다</a:t>
            </a:r>
            <a:r>
              <a:rPr lang="en-US" altLang="ko-KR" sz="1800">
                <a:effectLst/>
                <a:latin typeface="Helvetica" pitchFamily="2" charset="0"/>
              </a:rPr>
              <a:t>.</a:t>
            </a:r>
            <a:br>
              <a:rPr lang="en-US" altLang="ko-KR" sz="1800">
                <a:effectLst/>
                <a:latin typeface="Helvetica" pitchFamily="2" charset="0"/>
              </a:rPr>
            </a:br>
            <a:endParaRPr lang="en-US" altLang="ko-KR" sz="1800">
              <a:effectLst/>
              <a:latin typeface="Helvetica" pitchFamily="2" charset="0"/>
            </a:endParaRPr>
          </a:p>
          <a:p>
            <a:r>
              <a:rPr lang="ko-KR" altLang="en-US" sz="1800">
                <a:solidFill>
                  <a:srgbClr val="0070C0"/>
                </a:solidFill>
                <a:effectLst/>
                <a:latin typeface="Helvetica" pitchFamily="2" charset="0"/>
              </a:rPr>
              <a:t>정강뼈 </a:t>
            </a:r>
            <a:r>
              <a:rPr lang="en-US" altLang="ko-KR" sz="180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>
                <a:solidFill>
                  <a:srgbClr val="0070C0"/>
                </a:solidFill>
                <a:effectLst/>
                <a:latin typeface="Helvetica" pitchFamily="2" charset="0"/>
              </a:rPr>
              <a:t>Tibia) </a:t>
            </a:r>
            <a:r>
              <a:rPr lang="en" altLang="ko-KR" sz="1800">
                <a:effectLst/>
                <a:latin typeface="Helvetica" pitchFamily="2" charset="0"/>
              </a:rPr>
              <a:t>- </a:t>
            </a:r>
            <a:r>
              <a:rPr lang="ko-KR" altLang="en-US" sz="1800">
                <a:effectLst/>
                <a:latin typeface="Helvetica" pitchFamily="2" charset="0"/>
              </a:rPr>
              <a:t>무릎에서 발목까지 이어지는 두 뼈 중 안쪽 뼈</a:t>
            </a:r>
            <a:endParaRPr lang="ko-KR" altLang="en-US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7130F965-4EAD-268D-C9ED-CDF214742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506" y="1483121"/>
            <a:ext cx="3340100" cy="5163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6E1EFF2-9586-FF65-D2E9-693E51254D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89" r="-1" b="19449"/>
          <a:stretch/>
        </p:blipFill>
        <p:spPr>
          <a:xfrm>
            <a:off x="6227761" y="987263"/>
            <a:ext cx="2705229" cy="20010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2FC5D2-3129-4424-DD68-F5E817621E99}"/>
              </a:ext>
            </a:extLst>
          </p:cNvPr>
          <p:cNvSpPr txBox="1"/>
          <p:nvPr/>
        </p:nvSpPr>
        <p:spPr>
          <a:xfrm>
            <a:off x="2235516" y="707120"/>
            <a:ext cx="45159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effectLst/>
                <a:latin typeface="Helvetica" pitchFamily="2" charset="0"/>
              </a:rPr>
              <a:t>다리이음뼈</a:t>
            </a:r>
            <a:r>
              <a:rPr lang="ko-KR" altLang="en-US" sz="2800" b="1" dirty="0">
                <a:effectLst/>
                <a:latin typeface="Helvetica" pitchFamily="2" charset="0"/>
              </a:rPr>
              <a:t> </a:t>
            </a:r>
            <a:r>
              <a:rPr lang="en-US" altLang="ko-KR" sz="2800" b="1" dirty="0">
                <a:effectLst/>
                <a:latin typeface="Helvetica" pitchFamily="2" charset="0"/>
              </a:rPr>
              <a:t>(</a:t>
            </a:r>
            <a:r>
              <a:rPr lang="en" altLang="ko-KR" sz="2800" b="1" dirty="0">
                <a:effectLst/>
                <a:latin typeface="Helvetica" pitchFamily="2" charset="0"/>
              </a:rPr>
              <a:t>Pelvic Girdle)</a:t>
            </a:r>
          </a:p>
        </p:txBody>
      </p:sp>
    </p:spTree>
    <p:extLst>
      <p:ext uri="{BB962C8B-B14F-4D97-AF65-F5344CB8AC3E}">
        <p14:creationId xmlns:p14="http://schemas.microsoft.com/office/powerpoint/2010/main" val="18857769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48E4-37F6-B885-9D65-FE7DD3FB8031}"/>
              </a:ext>
            </a:extLst>
          </p:cNvPr>
          <p:cNvSpPr/>
          <p:nvPr/>
        </p:nvSpPr>
        <p:spPr>
          <a:xfrm>
            <a:off x="209562" y="2309524"/>
            <a:ext cx="4051907" cy="3032844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993580" y="128807"/>
            <a:ext cx="34002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15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팔다리뼈대</a:t>
            </a:r>
            <a:r>
              <a:rPr lang="ko-KR" altLang="en-US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구성요소</a:t>
            </a:r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41963" y="128807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800" spc="-1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51F08-69BB-34D5-A727-F0F81045FFD3}"/>
              </a:ext>
            </a:extLst>
          </p:cNvPr>
          <p:cNvSpPr txBox="1"/>
          <p:nvPr/>
        </p:nvSpPr>
        <p:spPr>
          <a:xfrm>
            <a:off x="183724" y="2345272"/>
            <a:ext cx="40777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종아리뼈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Fibula) </a:t>
            </a:r>
            <a:r>
              <a:rPr lang="en" altLang="ko-KR" sz="1800" dirty="0">
                <a:effectLst/>
                <a:latin typeface="Helvetica" pitchFamily="2" charset="0"/>
              </a:rPr>
              <a:t>- </a:t>
            </a:r>
            <a:r>
              <a:rPr lang="ko-KR" altLang="en-US" sz="1800" dirty="0">
                <a:effectLst/>
                <a:latin typeface="Helvetica" pitchFamily="2" charset="0"/>
              </a:rPr>
              <a:t>종아리뼈는 종아리에 위치하는 두 개의 뼈 중 </a:t>
            </a:r>
            <a:r>
              <a:rPr lang="ko-KR" altLang="en-US" sz="1800" dirty="0" err="1">
                <a:effectLst/>
                <a:latin typeface="Helvetica" pitchFamily="2" charset="0"/>
              </a:rPr>
              <a:t>뒤가쪽의</a:t>
            </a:r>
            <a:r>
              <a:rPr lang="ko-KR" altLang="en-US" sz="1800" dirty="0">
                <a:effectLst/>
                <a:latin typeface="Helvetica" pitchFamily="2" charset="0"/>
              </a:rPr>
              <a:t> 더 가느다란 뼈입니다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effectLst/>
                <a:latin typeface="Helvetica" pitchFamily="2" charset="0"/>
              </a:rPr>
              <a:t>가느다랗고 </a:t>
            </a:r>
            <a:r>
              <a:rPr lang="ko-KR" altLang="en-US" sz="1800" dirty="0" err="1">
                <a:effectLst/>
                <a:latin typeface="Helvetica" pitchFamily="2" charset="0"/>
              </a:rPr>
              <a:t>넙다리뼈와</a:t>
            </a:r>
            <a:r>
              <a:rPr lang="ko-KR" altLang="en-US" sz="1800" dirty="0">
                <a:effectLst/>
                <a:latin typeface="Helvetica" pitchFamily="2" charset="0"/>
              </a:rPr>
              <a:t> 직접 붙지도 않기 때문에 체중 지탱 기능은 거의 하지 못하지만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다수의 근육들이 붙는 자리를 제공하고 목말뼈와 관절하여 발목관절을 안정하게 만드는 데에 기여한다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effectLst/>
                <a:latin typeface="Helvetica" pitchFamily="2" charset="0"/>
              </a:rPr>
              <a:t>개정 이전에는 </a:t>
            </a:r>
            <a:r>
              <a:rPr lang="ko-KR" altLang="en-US" sz="1800" dirty="0" err="1">
                <a:effectLst/>
                <a:latin typeface="Helvetica" pitchFamily="2" charset="0"/>
              </a:rPr>
              <a:t>비골로</a:t>
            </a:r>
            <a:r>
              <a:rPr lang="ko-KR" altLang="en-US" sz="1800" dirty="0">
                <a:effectLst/>
                <a:latin typeface="Helvetica" pitchFamily="2" charset="0"/>
              </a:rPr>
              <a:t> 불렸습니다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endParaRPr lang="ko-KR" altLang="en-US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FC5D2-3129-4424-DD68-F5E817621E99}"/>
              </a:ext>
            </a:extLst>
          </p:cNvPr>
          <p:cNvSpPr txBox="1"/>
          <p:nvPr/>
        </p:nvSpPr>
        <p:spPr>
          <a:xfrm>
            <a:off x="2235516" y="707120"/>
            <a:ext cx="45159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effectLst/>
                <a:latin typeface="Helvetica" pitchFamily="2" charset="0"/>
              </a:rPr>
              <a:t>다리이음뼈</a:t>
            </a:r>
            <a:r>
              <a:rPr lang="ko-KR" altLang="en-US" sz="2800" b="1" dirty="0">
                <a:effectLst/>
                <a:latin typeface="Helvetica" pitchFamily="2" charset="0"/>
              </a:rPr>
              <a:t> </a:t>
            </a:r>
            <a:r>
              <a:rPr lang="en-US" altLang="ko-KR" sz="2800" b="1" dirty="0">
                <a:effectLst/>
                <a:latin typeface="Helvetica" pitchFamily="2" charset="0"/>
              </a:rPr>
              <a:t>(</a:t>
            </a:r>
            <a:r>
              <a:rPr lang="en" altLang="ko-KR" sz="2800" b="1" dirty="0">
                <a:effectLst/>
                <a:latin typeface="Helvetica" pitchFamily="2" charset="0"/>
              </a:rPr>
              <a:t>Pelvic Girdle)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BC7A563-CBC8-31F1-1191-2BA459A1D4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03" r="8872"/>
          <a:stretch/>
        </p:blipFill>
        <p:spPr>
          <a:xfrm>
            <a:off x="4493506" y="1344672"/>
            <a:ext cx="4513973" cy="507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544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48E4-37F6-B885-9D65-FE7DD3FB8031}"/>
              </a:ext>
            </a:extLst>
          </p:cNvPr>
          <p:cNvSpPr/>
          <p:nvPr/>
        </p:nvSpPr>
        <p:spPr>
          <a:xfrm>
            <a:off x="196642" y="1230340"/>
            <a:ext cx="4051907" cy="5386090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993580" y="128807"/>
            <a:ext cx="34002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15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팔다리뼈대</a:t>
            </a:r>
            <a:r>
              <a:rPr lang="ko-KR" altLang="en-US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구성요소</a:t>
            </a:r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41963" y="128807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endParaRPr lang="ko-KR" altLang="en-US" sz="2800" spc="-15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51F08-69BB-34D5-A727-F0F81045FFD3}"/>
              </a:ext>
            </a:extLst>
          </p:cNvPr>
          <p:cNvSpPr txBox="1"/>
          <p:nvPr/>
        </p:nvSpPr>
        <p:spPr>
          <a:xfrm>
            <a:off x="223246" y="985250"/>
            <a:ext cx="407774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ko-KR" altLang="en-US" sz="1800" dirty="0">
              <a:effectLst/>
              <a:latin typeface="Helvetica" pitchFamily="2" charset="0"/>
            </a:endParaRPr>
          </a:p>
          <a:p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발목뼈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Tarsal Bones) </a:t>
            </a:r>
            <a:r>
              <a:rPr lang="en" altLang="ko-KR" sz="1800" dirty="0">
                <a:effectLst/>
                <a:latin typeface="Helvetica" pitchFamily="2" charset="0"/>
              </a:rPr>
              <a:t>- </a:t>
            </a:r>
            <a:r>
              <a:rPr lang="ko-KR" altLang="en-US" sz="1800" dirty="0">
                <a:effectLst/>
                <a:latin typeface="Helvetica" pitchFamily="2" charset="0"/>
              </a:rPr>
              <a:t>발목을 구성하는 </a:t>
            </a:r>
            <a:r>
              <a:rPr lang="en-US" altLang="ko-KR" sz="1800" dirty="0">
                <a:effectLst/>
                <a:latin typeface="Helvetica" pitchFamily="2" charset="0"/>
              </a:rPr>
              <a:t>7</a:t>
            </a:r>
            <a:r>
              <a:rPr lang="ko-KR" altLang="en-US" sz="1800" dirty="0">
                <a:effectLst/>
                <a:latin typeface="Helvetica" pitchFamily="2" charset="0"/>
              </a:rPr>
              <a:t>개의 뼈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pPr marL="0" indent="0">
              <a:buNone/>
            </a:pPr>
            <a:r>
              <a:rPr lang="ko-KR" altLang="en-US" sz="1800" dirty="0">
                <a:effectLst/>
                <a:latin typeface="Helvetica" pitchFamily="2" charset="0"/>
              </a:rPr>
              <a:t> 발목과 가까운 쪽인 발목뼈 근위열에 </a:t>
            </a:r>
            <a:r>
              <a:rPr lang="ko-KR" altLang="en-US" sz="1800" dirty="0" err="1">
                <a:effectLst/>
                <a:latin typeface="Helvetica" pitchFamily="2" charset="0"/>
              </a:rPr>
              <a:t>족배뼈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 err="1">
                <a:effectLst/>
                <a:latin typeface="Helvetica" pitchFamily="2" charset="0"/>
              </a:rPr>
              <a:t>목말뼈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발꿈치뼈가 있고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 err="1">
                <a:effectLst/>
                <a:latin typeface="Helvetica" pitchFamily="2" charset="0"/>
              </a:rPr>
              <a:t>발가락쪽인</a:t>
            </a:r>
            <a:r>
              <a:rPr lang="ko-KR" altLang="en-US" sz="1800" dirty="0">
                <a:effectLst/>
                <a:latin typeface="Helvetica" pitchFamily="2" charset="0"/>
              </a:rPr>
              <a:t> 발목뼈 원위열에 세 개의 쐐기뼈와 한 개의 입방뼈가 있습니다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pPr marL="0" indent="0">
              <a:buNone/>
            </a:pPr>
            <a:endParaRPr lang="en-US" altLang="ko-KR" sz="1800" dirty="0">
              <a:effectLst/>
              <a:latin typeface="Helvetica" pitchFamily="2" charset="0"/>
            </a:endParaRPr>
          </a:p>
          <a:p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발허리뼈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Metatarsal Bones) </a:t>
            </a:r>
          </a:p>
          <a:p>
            <a:pPr marL="0" indent="0">
              <a:buNone/>
            </a:pPr>
            <a:r>
              <a:rPr lang="ko-KR" altLang="en-US" sz="1800" dirty="0">
                <a:effectLst/>
                <a:latin typeface="Helvetica" pitchFamily="2" charset="0"/>
              </a:rPr>
              <a:t>발목뼈와 발가락뼈 사이에 있는 다섯쌍의 </a:t>
            </a:r>
            <a:r>
              <a:rPr lang="ko-KR" altLang="en-US" sz="1800" dirty="0" err="1">
                <a:effectLst/>
                <a:latin typeface="Helvetica" pitchFamily="2" charset="0"/>
              </a:rPr>
              <a:t>발뼈입니다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effectLst/>
                <a:latin typeface="Helvetica" pitchFamily="2" charset="0"/>
              </a:rPr>
              <a:t>비슷한 뼈로 </a:t>
            </a:r>
            <a:r>
              <a:rPr lang="ko-KR" altLang="en-US" sz="1800" dirty="0" err="1">
                <a:effectLst/>
                <a:latin typeface="Helvetica" pitchFamily="2" charset="0"/>
              </a:rPr>
              <a:t>손허리뼈가</a:t>
            </a:r>
            <a:r>
              <a:rPr lang="ko-KR" altLang="en-US" sz="1800" dirty="0">
                <a:effectLst/>
                <a:latin typeface="Helvetica" pitchFamily="2" charset="0"/>
              </a:rPr>
              <a:t> 있습니다</a:t>
            </a:r>
            <a:r>
              <a:rPr lang="en-US" altLang="ko-KR" sz="1800" dirty="0">
                <a:effectLst/>
                <a:latin typeface="Helvetica" pitchFamily="2" charset="0"/>
              </a:rPr>
              <a:t>. </a:t>
            </a:r>
            <a:r>
              <a:rPr lang="ko-KR" altLang="en-US" sz="1800" dirty="0">
                <a:effectLst/>
                <a:latin typeface="Helvetica" pitchFamily="2" charset="0"/>
              </a:rPr>
              <a:t>발허리는 발의 잘록한 부분이고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>
                <a:effectLst/>
                <a:latin typeface="Helvetica" pitchFamily="2" charset="0"/>
              </a:rPr>
              <a:t>손에는 </a:t>
            </a:r>
            <a:r>
              <a:rPr lang="ko-KR" altLang="en-US" sz="1800" dirty="0" err="1">
                <a:effectLst/>
                <a:latin typeface="Helvetica" pitchFamily="2" charset="0"/>
              </a:rPr>
              <a:t>손허리가</a:t>
            </a:r>
            <a:r>
              <a:rPr lang="ko-KR" altLang="en-US" sz="1800" dirty="0">
                <a:effectLst/>
                <a:latin typeface="Helvetica" pitchFamily="2" charset="0"/>
              </a:rPr>
              <a:t> 없지만 발허리뼈의 이름을 따라 </a:t>
            </a:r>
            <a:r>
              <a:rPr lang="ko-KR" altLang="en-US" sz="1800" dirty="0" err="1">
                <a:effectLst/>
                <a:latin typeface="Helvetica" pitchFamily="2" charset="0"/>
              </a:rPr>
              <a:t>손허리뼈라는</a:t>
            </a:r>
            <a:r>
              <a:rPr lang="ko-KR" altLang="en-US" sz="1800" dirty="0">
                <a:effectLst/>
                <a:latin typeface="Helvetica" pitchFamily="2" charset="0"/>
              </a:rPr>
              <a:t> 이름이 붙었습니다</a:t>
            </a:r>
            <a:r>
              <a:rPr lang="en-US" altLang="ko-KR" sz="1800" dirty="0">
                <a:effectLst/>
                <a:latin typeface="Helvetica" pitchFamily="2" charset="0"/>
              </a:rPr>
              <a:t>. </a:t>
            </a:r>
          </a:p>
          <a:p>
            <a:pPr marL="0" indent="0">
              <a:buNone/>
            </a:pPr>
            <a:endParaRPr lang="en-US" altLang="ko-KR" sz="1800" dirty="0">
              <a:effectLst/>
              <a:latin typeface="Helvetica" pitchFamily="2" charset="0"/>
            </a:endParaRPr>
          </a:p>
          <a:p>
            <a:pPr algn="just"/>
            <a:r>
              <a:rPr lang="ko-KR" altLang="en-US" sz="1800" dirty="0">
                <a:solidFill>
                  <a:srgbClr val="0070C0"/>
                </a:solidFill>
                <a:effectLst/>
                <a:latin typeface="Helvetica" pitchFamily="2" charset="0"/>
              </a:rPr>
              <a:t>발가락뼈 </a:t>
            </a:r>
            <a:r>
              <a:rPr lang="en-US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(</a:t>
            </a:r>
            <a:r>
              <a:rPr lang="en" altLang="ko-KR" sz="1800" dirty="0">
                <a:solidFill>
                  <a:srgbClr val="0070C0"/>
                </a:solidFill>
                <a:effectLst/>
                <a:latin typeface="Helvetica" pitchFamily="2" charset="0"/>
              </a:rPr>
              <a:t>Phalanges) </a:t>
            </a:r>
            <a:r>
              <a:rPr lang="en" altLang="ko-KR" sz="1800" dirty="0">
                <a:effectLst/>
                <a:latin typeface="Helvetica" pitchFamily="2" charset="0"/>
              </a:rPr>
              <a:t>- </a:t>
            </a:r>
            <a:r>
              <a:rPr lang="ko-KR" altLang="en-US" sz="1800" dirty="0">
                <a:effectLst/>
                <a:latin typeface="Helvetica" pitchFamily="2" charset="0"/>
              </a:rPr>
              <a:t>각 발가락을 구성하는 뼈</a:t>
            </a:r>
            <a:endParaRPr lang="en-US" altLang="ko-KR" sz="1800" dirty="0">
              <a:effectLst/>
              <a:latin typeface="Helvetica" pitchFamily="2" charset="0"/>
            </a:endParaRPr>
          </a:p>
          <a:p>
            <a:pPr marL="0" indent="0" algn="just">
              <a:buNone/>
            </a:pPr>
            <a:r>
              <a:rPr lang="ko-KR" altLang="en-US" sz="1800" dirty="0">
                <a:effectLst/>
                <a:latin typeface="Helvetica" pitchFamily="2" charset="0"/>
              </a:rPr>
              <a:t>크게 보아 첫마디뼈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 err="1">
                <a:effectLst/>
                <a:latin typeface="Helvetica" pitchFamily="2" charset="0"/>
              </a:rPr>
              <a:t>중간마디뼈</a:t>
            </a:r>
            <a:r>
              <a:rPr lang="en-US" altLang="ko-KR" sz="1800" dirty="0">
                <a:effectLst/>
                <a:latin typeface="Helvetica" pitchFamily="2" charset="0"/>
              </a:rPr>
              <a:t>, </a:t>
            </a:r>
            <a:r>
              <a:rPr lang="ko-KR" altLang="en-US" sz="1800" dirty="0" err="1">
                <a:effectLst/>
                <a:latin typeface="Helvetica" pitchFamily="2" charset="0"/>
              </a:rPr>
              <a:t>끝마디뼈로</a:t>
            </a:r>
            <a:r>
              <a:rPr lang="ko-KR" altLang="en-US" sz="1800" dirty="0">
                <a:effectLst/>
                <a:latin typeface="Helvetica" pitchFamily="2" charset="0"/>
              </a:rPr>
              <a:t> 구분됩니다</a:t>
            </a:r>
            <a:r>
              <a:rPr lang="en-US" altLang="ko-KR" sz="1800" dirty="0">
                <a:effectLst/>
                <a:latin typeface="Helvetica" pitchFamily="2" charset="0"/>
              </a:rPr>
              <a:t>.</a:t>
            </a:r>
          </a:p>
          <a:p>
            <a:endParaRPr lang="ko-KR" altLang="en-US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FC5D2-3129-4424-DD68-F5E817621E99}"/>
              </a:ext>
            </a:extLst>
          </p:cNvPr>
          <p:cNvSpPr txBox="1"/>
          <p:nvPr/>
        </p:nvSpPr>
        <p:spPr>
          <a:xfrm>
            <a:off x="2235516" y="707120"/>
            <a:ext cx="45159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effectLst/>
                <a:latin typeface="Helvetica" pitchFamily="2" charset="0"/>
              </a:rPr>
              <a:t>다리이음뼈</a:t>
            </a:r>
            <a:r>
              <a:rPr lang="ko-KR" altLang="en-US" sz="2800" b="1" dirty="0">
                <a:effectLst/>
                <a:latin typeface="Helvetica" pitchFamily="2" charset="0"/>
              </a:rPr>
              <a:t> </a:t>
            </a:r>
            <a:r>
              <a:rPr lang="en-US" altLang="ko-KR" sz="2800" b="1" dirty="0">
                <a:effectLst/>
                <a:latin typeface="Helvetica" pitchFamily="2" charset="0"/>
              </a:rPr>
              <a:t>(</a:t>
            </a:r>
            <a:r>
              <a:rPr lang="en" altLang="ko-KR" sz="2800" b="1" dirty="0">
                <a:effectLst/>
                <a:latin typeface="Helvetica" pitchFamily="2" charset="0"/>
              </a:rPr>
              <a:t>Pelvic Girdle)</a:t>
            </a:r>
          </a:p>
        </p:txBody>
      </p:sp>
      <p:pic>
        <p:nvPicPr>
          <p:cNvPr id="10" name="그림 9" descr="해골, 관절이(가) 표시된 사진&#10;&#10;자동 생성된 설명">
            <a:extLst>
              <a:ext uri="{FF2B5EF4-FFF2-40B4-BE49-F238E27FC236}">
                <a16:creationId xmlns:a16="http://schemas.microsoft.com/office/drawing/2014/main" id="{C5E44978-7D90-2B9D-7F7A-D84D23B871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871" y="1353853"/>
            <a:ext cx="4689815" cy="512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7344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48E4-37F6-B885-9D65-FE7DD3FB8031}"/>
              </a:ext>
            </a:extLst>
          </p:cNvPr>
          <p:cNvSpPr/>
          <p:nvPr/>
        </p:nvSpPr>
        <p:spPr>
          <a:xfrm>
            <a:off x="0" y="4114800"/>
            <a:ext cx="9144000" cy="2743200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2000" kern="0" spc="0" dirty="0">
              <a:solidFill>
                <a:srgbClr val="000000"/>
              </a:solidFill>
              <a:effectLst/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kern="0" spc="0" dirty="0" err="1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척주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(Vertebral Column)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는 머리뼈와 골반을 </a:t>
            </a:r>
            <a:endParaRPr lang="en-US" altLang="ko-KR" sz="2000" kern="0" spc="0" dirty="0">
              <a:solidFill>
                <a:srgbClr val="000000"/>
              </a:solidFill>
              <a:effectLst/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연결하는 몸의 중심축 역할을 하며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, 26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개의 척추뼈와 각 척추뼈 사이에 있는 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23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개의 척추원반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(Intervertebral Disc)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으로 구성되어 있다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.</a:t>
            </a:r>
            <a:endParaRPr lang="ko-KR" altLang="en-US" sz="2000" kern="0" spc="0" dirty="0">
              <a:solidFill>
                <a:srgbClr val="000000"/>
              </a:solidFill>
              <a:effectLst/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kern="0" spc="0" dirty="0" err="1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척주는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신체를 지지하고 지탱하며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,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중추신경계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(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척수신경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)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를 보호하는 역할을 하며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, 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우리 인체의 머리부터 골반까지 이르러 몸 전체의 중심이 되는 매우 중요한 골격이라고 할 수 있다</a:t>
            </a:r>
            <a:r>
              <a:rPr lang="en-US" altLang="ko-KR" sz="20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.</a:t>
            </a:r>
            <a:endParaRPr lang="ko-KR" altLang="en-US" sz="2000" kern="0" spc="0" dirty="0">
              <a:solidFill>
                <a:srgbClr val="000000"/>
              </a:solidFill>
              <a:effectLst/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b="1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687890" y="77140"/>
            <a:ext cx="5582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kern="0" spc="0" dirty="0" err="1">
                <a:solidFill>
                  <a:schemeClr val="bg1">
                    <a:lumMod val="95000"/>
                  </a:schemeClr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척주</a:t>
            </a:r>
            <a:r>
              <a:rPr lang="en-US" altLang="ko-KR" sz="2800" b="1" kern="0" spc="0" dirty="0">
                <a:solidFill>
                  <a:schemeClr val="bg1">
                    <a:lumMod val="95000"/>
                  </a:schemeClr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(Vertebral Column)</a:t>
            </a:r>
            <a:r>
              <a:rPr lang="ko-KR" altLang="en-US" sz="2800" b="1" kern="0" spc="0" dirty="0">
                <a:solidFill>
                  <a:schemeClr val="bg1">
                    <a:lumMod val="95000"/>
                  </a:schemeClr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의 개념</a:t>
            </a:r>
            <a:endParaRPr lang="ko-KR" altLang="en-US" sz="2800" kern="0" spc="0" dirty="0">
              <a:solidFill>
                <a:schemeClr val="bg1">
                  <a:lumMod val="95000"/>
                </a:schemeClr>
              </a:solidFill>
              <a:effectLst/>
              <a:latin typeface="배스킨라빈스 B" panose="02020603020101020101" pitchFamily="18" charset="-127"/>
              <a:ea typeface="배스킨라빈스 B" panose="0202060302010102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211341" y="59730"/>
            <a:ext cx="6559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02</a:t>
            </a:r>
            <a:endParaRPr lang="ko-KR" altLang="en-US" sz="36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배스킨라빈스 B" panose="02020603020101020101" pitchFamily="18" charset="-127"/>
              <a:ea typeface="배스킨라빈스 B" panose="0202060302010102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척주">
            <a:extLst>
              <a:ext uri="{FF2B5EF4-FFF2-40B4-BE49-F238E27FC236}">
                <a16:creationId xmlns:a16="http://schemas.microsoft.com/office/drawing/2014/main" id="{CB51130F-0F9F-C247-8268-AA0373BB5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7481" y="867422"/>
            <a:ext cx="3469037" cy="3432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BD5D11-3C8E-6A35-BE17-BDCF597087BF}"/>
              </a:ext>
            </a:extLst>
          </p:cNvPr>
          <p:cNvSpPr txBox="1"/>
          <p:nvPr/>
        </p:nvSpPr>
        <p:spPr>
          <a:xfrm>
            <a:off x="5080336" y="4680284"/>
            <a:ext cx="3356811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76261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48E4-37F6-B885-9D65-FE7DD3FB8031}"/>
              </a:ext>
            </a:extLst>
          </p:cNvPr>
          <p:cNvSpPr/>
          <p:nvPr/>
        </p:nvSpPr>
        <p:spPr>
          <a:xfrm>
            <a:off x="-3194" y="4340445"/>
            <a:ext cx="9207745" cy="2517555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가시돌기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(Spinous Process):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척추뼈의 후방 중앙에서 돌출된 단일 돌기로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근육과 인대의 부착점이 되어 척추의 움직임을 제한하고 안정성을 제공한다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.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b="1" kern="0" spc="0" dirty="0">
              <a:solidFill>
                <a:srgbClr val="000000"/>
              </a:solidFill>
              <a:effectLst/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가로돌기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(Transverse Process):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척추뼈의 양쪽에서 옆으로 돌출된 두 개의 돌기로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근육과 인대의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부착점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역할을 하며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,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흉추의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경우 갈비뼈와 관절을 형성한다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.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b="1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687890" y="77140"/>
            <a:ext cx="5582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kern="0" spc="0" dirty="0" err="1">
                <a:solidFill>
                  <a:schemeClr val="bg1">
                    <a:lumMod val="95000"/>
                  </a:schemeClr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척주</a:t>
            </a:r>
            <a:r>
              <a:rPr lang="en-US" altLang="ko-KR" sz="2800" b="1" kern="0" spc="0" dirty="0">
                <a:solidFill>
                  <a:schemeClr val="bg1">
                    <a:lumMod val="95000"/>
                  </a:schemeClr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(Vertebral Column)</a:t>
            </a:r>
            <a:r>
              <a:rPr lang="ko-KR" altLang="en-US" sz="2800" b="1" kern="0" spc="0" dirty="0">
                <a:solidFill>
                  <a:schemeClr val="bg1">
                    <a:lumMod val="95000"/>
                  </a:schemeClr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의 개념</a:t>
            </a:r>
            <a:endParaRPr lang="ko-KR" altLang="en-US" sz="2800" kern="0" spc="0" dirty="0">
              <a:solidFill>
                <a:schemeClr val="bg1">
                  <a:lumMod val="95000"/>
                </a:schemeClr>
              </a:solidFill>
              <a:effectLst/>
              <a:latin typeface="배스킨라빈스 B" panose="02020603020101020101" pitchFamily="18" charset="-127"/>
              <a:ea typeface="배스킨라빈스 B" panose="0202060302010102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53184" y="12880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02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배스킨라빈스 B" panose="02020603020101020101" pitchFamily="18" charset="-127"/>
              <a:ea typeface="배스킨라빈스 B" panose="0202060302010102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F3A119F9-52D5-8834-6672-5124B8A90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94" y="557734"/>
            <a:ext cx="3991810" cy="399153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670D3B-D831-F270-5553-BC222ABCC362}"/>
              </a:ext>
            </a:extLst>
          </p:cNvPr>
          <p:cNvSpPr txBox="1"/>
          <p:nvPr/>
        </p:nvSpPr>
        <p:spPr>
          <a:xfrm>
            <a:off x="697673" y="4758098"/>
            <a:ext cx="7866563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96D2B9-920F-A7DA-1282-F958EADA75F0}"/>
              </a:ext>
            </a:extLst>
          </p:cNvPr>
          <p:cNvSpPr txBox="1"/>
          <p:nvPr/>
        </p:nvSpPr>
        <p:spPr>
          <a:xfrm>
            <a:off x="4117220" y="1001305"/>
            <a:ext cx="4958726" cy="347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척추뼈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(vertebrae)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는 여러 해부학적 구조로 구성되어 있으며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가시돌기와 가로돌기는 이 중에서 중요한 돌기 구조이다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.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이 돌기들은 척추의 움직임과 근육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인대의 부착에 중요한 역할을 한다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.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 dirty="0" err="1">
                <a:solidFill>
                  <a:srgbClr val="6C2256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척주</a:t>
            </a:r>
            <a:r>
              <a:rPr lang="en-US" altLang="ko-KR" sz="1800" kern="0" spc="0" dirty="0">
                <a:solidFill>
                  <a:srgbClr val="6C2256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(Vertebral Column)=</a:t>
            </a:r>
            <a:r>
              <a:rPr lang="ko-KR" altLang="en-US" sz="1800" kern="0" spc="0" dirty="0">
                <a:solidFill>
                  <a:srgbClr val="6C2256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총 </a:t>
            </a:r>
            <a:r>
              <a:rPr lang="en-US" altLang="ko-KR" sz="1800" kern="0" spc="0" dirty="0">
                <a:solidFill>
                  <a:srgbClr val="6C2256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26</a:t>
            </a:r>
            <a:r>
              <a:rPr lang="ko-KR" altLang="en-US" sz="1800" kern="0" spc="0" dirty="0">
                <a:solidFill>
                  <a:srgbClr val="6C2256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개</a:t>
            </a:r>
            <a:r>
              <a:rPr lang="en-US" altLang="ko-KR" sz="1800" kern="0" spc="0" dirty="0">
                <a:solidFill>
                  <a:srgbClr val="6C2256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(</a:t>
            </a:r>
            <a:r>
              <a:rPr lang="ko-KR" altLang="en-US" sz="1800" kern="0" spc="0" dirty="0">
                <a:solidFill>
                  <a:srgbClr val="6C2256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소아 </a:t>
            </a:r>
            <a:r>
              <a:rPr lang="en-US" altLang="ko-KR" sz="1800" kern="0" spc="0" dirty="0">
                <a:solidFill>
                  <a:srgbClr val="6C2256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32~35</a:t>
            </a:r>
            <a:r>
              <a:rPr lang="ko-KR" altLang="en-US" sz="1800" kern="0" spc="0" dirty="0">
                <a:solidFill>
                  <a:srgbClr val="6C2256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개</a:t>
            </a:r>
            <a:r>
              <a:rPr lang="en-US" altLang="ko-KR" sz="1800" kern="0" spc="0" dirty="0">
                <a:solidFill>
                  <a:srgbClr val="6C2256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)</a:t>
            </a:r>
            <a:r>
              <a:rPr lang="ko-KR" altLang="en-US" sz="1800" kern="0" spc="0" dirty="0">
                <a:solidFill>
                  <a:srgbClr val="6C2256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의 척추 뼈로 구성되어 있다</a:t>
            </a:r>
            <a:r>
              <a:rPr lang="en-US" altLang="ko-KR" sz="1800" kern="0" spc="0" dirty="0">
                <a:solidFill>
                  <a:srgbClr val="6C2256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.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7829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687890" y="77140"/>
            <a:ext cx="5582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kern="0" spc="0" dirty="0" err="1">
                <a:solidFill>
                  <a:schemeClr val="bg1">
                    <a:lumMod val="95000"/>
                  </a:schemeClr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척주</a:t>
            </a:r>
            <a:r>
              <a:rPr lang="en-US" altLang="ko-KR" sz="2800" b="1" kern="0" spc="0" dirty="0">
                <a:solidFill>
                  <a:schemeClr val="bg1">
                    <a:lumMod val="95000"/>
                  </a:schemeClr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(Vertebral Column)</a:t>
            </a:r>
            <a:r>
              <a:rPr lang="ko-KR" altLang="en-US" sz="2800" b="1" kern="0" spc="0" dirty="0">
                <a:solidFill>
                  <a:schemeClr val="bg1">
                    <a:lumMod val="95000"/>
                  </a:schemeClr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의 개념</a:t>
            </a:r>
            <a:endParaRPr lang="ko-KR" altLang="en-US" sz="2800" kern="0" spc="0" dirty="0">
              <a:solidFill>
                <a:schemeClr val="bg1">
                  <a:lumMod val="95000"/>
                </a:schemeClr>
              </a:solidFill>
              <a:effectLst/>
              <a:latin typeface="배스킨라빈스 B" panose="02020603020101020101" pitchFamily="18" charset="-127"/>
              <a:ea typeface="배스킨라빈스 B" panose="0202060302010102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53184" y="12880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02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배스킨라빈스 B" panose="02020603020101020101" pitchFamily="18" charset="-127"/>
              <a:ea typeface="배스킨라빈스 B" panose="0202060302010102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3040E1A6-AAE9-1F1A-E0D3-4FD837394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552" y="1057666"/>
            <a:ext cx="2962101" cy="49942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26733D-1911-F92E-B8BA-AA7CAAB7116E}"/>
              </a:ext>
            </a:extLst>
          </p:cNvPr>
          <p:cNvSpPr txBox="1"/>
          <p:nvPr/>
        </p:nvSpPr>
        <p:spPr>
          <a:xfrm>
            <a:off x="220558" y="679822"/>
            <a:ext cx="5440436" cy="1686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  <a:cs typeface="맑은 고딕 Semilight" panose="020B0502040204020203" pitchFamily="50" charset="-127"/>
              </a:rPr>
              <a:t>1.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  <a:cs typeface="맑은 고딕 Semilight" panose="020B0502040204020203" pitchFamily="50" charset="-127"/>
              </a:rPr>
              <a:t>목뼈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  <a:cs typeface="맑은 고딕 Semilight" panose="020B0502040204020203" pitchFamily="50" charset="-127"/>
              </a:rPr>
              <a:t>,</a:t>
            </a:r>
            <a:r>
              <a:rPr lang="ko-KR" altLang="en-US" sz="2400" b="1" kern="0" spc="0" dirty="0" err="1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  <a:cs typeface="맑은 고딕 Semilight" panose="020B0502040204020203" pitchFamily="50" charset="-127"/>
              </a:rPr>
              <a:t>경추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2400" b="1" kern="0" spc="0" dirty="0">
                <a:solidFill>
                  <a:srgbClr val="93303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  <a:cs typeface="맑은 고딕 Semilight" panose="020B0502040204020203" pitchFamily="50" charset="-127"/>
              </a:rPr>
              <a:t>Cervical Vertebra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  <a:cs typeface="맑은 고딕 Semilight" panose="020B0502040204020203" pitchFamily="50" charset="-127"/>
              </a:rPr>
              <a:t>) – 7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  <a:cs typeface="맑은 고딕 Semilight" panose="020B0502040204020203" pitchFamily="50" charset="-127"/>
              </a:rPr>
              <a:t>개</a:t>
            </a:r>
            <a:endParaRPr lang="en-US" altLang="ko-KR" sz="2400" b="1" kern="0" spc="0" dirty="0">
              <a:solidFill>
                <a:srgbClr val="000000"/>
              </a:solidFill>
              <a:effectLst/>
              <a:latin typeface="배스킨라빈스 B" panose="02020603020101020101" pitchFamily="18" charset="-127"/>
              <a:ea typeface="배스킨라빈스 B" panose="02020603020101020101" pitchFamily="18" charset="-127"/>
              <a:cs typeface="맑은 고딕 Semilight" panose="020B0502040204020203" pitchFamily="50" charset="-127"/>
            </a:endParaRPr>
          </a:p>
          <a:p>
            <a:pPr algn="just" fontAlgn="base" latinLnBrk="1">
              <a:lnSpc>
                <a:spcPct val="160000"/>
              </a:lnSpc>
            </a:pPr>
            <a:r>
              <a:rPr lang="en-US" altLang="ko-KR" sz="2000" b="1" kern="0" dirty="0">
                <a:solidFill>
                  <a:srgbClr val="000000"/>
                </a:solidFill>
                <a:latin typeface="배스킨라빈스 R" panose="02020603020101020101" pitchFamily="18" charset="-127"/>
                <a:ea typeface="배스킨라빈스 R" panose="02020603020101020101" pitchFamily="18" charset="-127"/>
                <a:cs typeface="맑은 고딕 Semilight" panose="020B0502040204020203" pitchFamily="50" charset="-127"/>
              </a:rPr>
              <a:t>-</a:t>
            </a:r>
            <a:r>
              <a:rPr lang="ko-KR" altLang="en-US" sz="2000" b="1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전형적인 목뼈의 형태적 특징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2400" b="1" kern="0" spc="0" dirty="0">
              <a:solidFill>
                <a:srgbClr val="000000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EA5E89-23B0-A218-2E7D-2F7C1527861C}"/>
              </a:ext>
            </a:extLst>
          </p:cNvPr>
          <p:cNvSpPr/>
          <p:nvPr/>
        </p:nvSpPr>
        <p:spPr>
          <a:xfrm>
            <a:off x="353184" y="2550695"/>
            <a:ext cx="5420746" cy="2773278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(1)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척추뼈몸통은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타원형의 오목한 형태이다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(2)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척추뼈구멍은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비교적 크기가 크다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(3)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가시돌기는 굵고 짧으며 일반적으로 끝부분이 두 갈래로 갈라져 있다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(4)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가로돌기 내에는 둥근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transverse foramen(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가로구멍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이 존재한다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.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2740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687890" y="77140"/>
            <a:ext cx="5582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kern="0" spc="0" dirty="0" err="1">
                <a:solidFill>
                  <a:schemeClr val="bg1">
                    <a:lumMod val="95000"/>
                  </a:schemeClr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척주</a:t>
            </a:r>
            <a:r>
              <a:rPr lang="en-US" altLang="ko-KR" sz="2800" b="1" kern="0" spc="0" dirty="0">
                <a:solidFill>
                  <a:schemeClr val="bg1">
                    <a:lumMod val="95000"/>
                  </a:schemeClr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(Vertebral Column)</a:t>
            </a:r>
            <a:r>
              <a:rPr lang="ko-KR" altLang="en-US" sz="2800" b="1" kern="0" spc="0" dirty="0">
                <a:solidFill>
                  <a:schemeClr val="bg1">
                    <a:lumMod val="95000"/>
                  </a:schemeClr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의 개념</a:t>
            </a:r>
            <a:endParaRPr lang="ko-KR" altLang="en-US" sz="2800" kern="0" spc="0" dirty="0">
              <a:solidFill>
                <a:schemeClr val="bg1">
                  <a:lumMod val="95000"/>
                </a:schemeClr>
              </a:solidFill>
              <a:effectLst/>
              <a:latin typeface="배스킨라빈스 B" panose="02020603020101020101" pitchFamily="18" charset="-127"/>
              <a:ea typeface="배스킨라빈스 B" panose="0202060302010102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67611" y="128807"/>
            <a:ext cx="514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02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26733D-1911-F92E-B8BA-AA7CAAB7116E}"/>
              </a:ext>
            </a:extLst>
          </p:cNvPr>
          <p:cNvSpPr txBox="1"/>
          <p:nvPr/>
        </p:nvSpPr>
        <p:spPr>
          <a:xfrm>
            <a:off x="349040" y="672882"/>
            <a:ext cx="5921289" cy="1108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2.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등뼈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,</a:t>
            </a:r>
            <a:r>
              <a:rPr lang="ko-KR" altLang="en-US" sz="2400" b="1" kern="0" spc="0" dirty="0" err="1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흉추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(</a:t>
            </a:r>
            <a:r>
              <a:rPr lang="en-US" altLang="ko-KR" sz="2400" b="1" kern="0" spc="0" dirty="0">
                <a:solidFill>
                  <a:srgbClr val="93303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Thoracic Vertebra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) – 12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개</a:t>
            </a:r>
            <a:endParaRPr lang="ko-KR" altLang="en-US" sz="2400" kern="0" spc="0" dirty="0">
              <a:solidFill>
                <a:srgbClr val="000000"/>
              </a:solidFill>
              <a:effectLst/>
              <a:latin typeface="배스킨라빈스 B" panose="02020603020101020101" pitchFamily="18" charset="-127"/>
              <a:ea typeface="배스킨라빈스 B" panose="0202060302010102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  <a:cs typeface="맑은 고딕 Semilight" panose="020B0502040204020203" pitchFamily="50" charset="-127"/>
              </a:rPr>
              <a:t>-</a:t>
            </a:r>
            <a:r>
              <a:rPr lang="ko-KR" altLang="en-US" sz="2000" b="1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  <a:cs typeface="맑은 고딕 Semilight" panose="020B0502040204020203" pitchFamily="50" charset="-127"/>
              </a:rPr>
              <a:t>전형적인 등뼈의 형태적 특징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EA5E89-23B0-A218-2E7D-2F7C1527861C}"/>
              </a:ext>
            </a:extLst>
          </p:cNvPr>
          <p:cNvSpPr/>
          <p:nvPr/>
        </p:nvSpPr>
        <p:spPr>
          <a:xfrm>
            <a:off x="275687" y="2377641"/>
            <a:ext cx="5631687" cy="2773278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(1)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척추뼈몸통은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목뼈의 몸통보다 부피가 더 크며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특징적인 하트 모양이다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(2)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가시돌기는 크고 뾰족하며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아래쪽으로 향해 있다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(3)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척추뼈몸통에는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한 쌍 또는 두 쌍의 갈비뼈머리와 관절하기 위한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costal facer(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갈비오목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이 존재한다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(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대부분 등뼈 가로돌기에도 존재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)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A11A11E0-8DA4-0E20-F13B-54A32E8C6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7629" y="1781391"/>
            <a:ext cx="2800684" cy="3805333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083389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687890" y="77140"/>
            <a:ext cx="5582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kern="0" spc="0" dirty="0" err="1">
                <a:solidFill>
                  <a:schemeClr val="bg1">
                    <a:lumMod val="95000"/>
                  </a:schemeClr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척주</a:t>
            </a:r>
            <a:r>
              <a:rPr lang="en-US" altLang="ko-KR" sz="2800" b="1" kern="0" spc="0" dirty="0">
                <a:solidFill>
                  <a:schemeClr val="bg1">
                    <a:lumMod val="95000"/>
                  </a:schemeClr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(Vertebral Column)</a:t>
            </a:r>
            <a:r>
              <a:rPr lang="ko-KR" altLang="en-US" sz="2800" b="1" kern="0" spc="0" dirty="0">
                <a:solidFill>
                  <a:schemeClr val="bg1">
                    <a:lumMod val="95000"/>
                  </a:schemeClr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의 개념</a:t>
            </a:r>
            <a:endParaRPr lang="ko-KR" altLang="en-US" sz="2800" kern="0" spc="0" dirty="0">
              <a:solidFill>
                <a:schemeClr val="bg1">
                  <a:lumMod val="95000"/>
                </a:schemeClr>
              </a:solidFill>
              <a:effectLst/>
              <a:latin typeface="배스킨라빈스 B" panose="02020603020101020101" pitchFamily="18" charset="-127"/>
              <a:ea typeface="배스킨라빈스 B" panose="0202060302010102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53184" y="12880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02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배스킨라빈스 B" panose="02020603020101020101" pitchFamily="18" charset="-127"/>
              <a:ea typeface="배스킨라빈스 B" panose="0202060302010102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26733D-1911-F92E-B8BA-AA7CAAB7116E}"/>
              </a:ext>
            </a:extLst>
          </p:cNvPr>
          <p:cNvSpPr txBox="1"/>
          <p:nvPr/>
        </p:nvSpPr>
        <p:spPr>
          <a:xfrm>
            <a:off x="349040" y="672882"/>
            <a:ext cx="5921289" cy="1671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3. 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허리뼈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,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요추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(</a:t>
            </a:r>
            <a:r>
              <a:rPr lang="en-US" altLang="ko-KR" sz="2400" b="1" kern="0" spc="0" dirty="0">
                <a:solidFill>
                  <a:srgbClr val="93303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Lumbar Vertebra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) – 5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개</a:t>
            </a:r>
            <a:endParaRPr lang="en-US" altLang="ko-KR" sz="2400" b="1" kern="0" spc="0" dirty="0">
              <a:solidFill>
                <a:srgbClr val="000000"/>
              </a:solidFill>
              <a:effectLst/>
              <a:latin typeface="배스킨라빈스 B" panose="02020603020101020101" pitchFamily="18" charset="-127"/>
              <a:ea typeface="배스킨라빈스 B" panose="0202060302010102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kern="0" dirty="0">
                <a:solidFill>
                  <a:srgbClr val="000000"/>
                </a:solidFill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-</a:t>
            </a: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전형적인 허리뼈의 형태적 특징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2400" kern="0" spc="0" dirty="0">
              <a:solidFill>
                <a:srgbClr val="000000"/>
              </a:solidFill>
              <a:effectLst/>
              <a:latin typeface="배스킨라빈스 B" panose="02020603020101020101" pitchFamily="18" charset="-127"/>
              <a:ea typeface="배스킨라빈스 B" panose="0202060302010102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EA5E89-23B0-A218-2E7D-2F7C1527861C}"/>
              </a:ext>
            </a:extLst>
          </p:cNvPr>
          <p:cNvSpPr/>
          <p:nvPr/>
        </p:nvSpPr>
        <p:spPr>
          <a:xfrm>
            <a:off x="177156" y="2377641"/>
            <a:ext cx="5851945" cy="2773278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(1)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척추뼈몸통은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등뼈의 몸통보다 두껍고 더 타원형이다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(2)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가시돌기는 비교적 부피가 크고 뭉툭하며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뒤로 돌출되어 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.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이 부위에 아래쪽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등근육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들이 부착한다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(3)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가로돌기는 칼날과 같은 형태이며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갈비뼈와 관절을 이루지 않는다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.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dirty="0">
                <a:solidFill>
                  <a:srgbClr val="000000"/>
                </a:solidFill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(4) 5</a:t>
            </a:r>
            <a:r>
              <a:rPr lang="ko-KR" altLang="en-US" kern="0" dirty="0">
                <a:solidFill>
                  <a:srgbClr val="000000"/>
                </a:solidFill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개의 허리뼈는 척추뼈 중 크기가 가장 크다</a:t>
            </a:r>
            <a:r>
              <a:rPr lang="en-US" altLang="ko-KR" kern="0" dirty="0">
                <a:solidFill>
                  <a:srgbClr val="000000"/>
                </a:solidFill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.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6CEEDAD1-192C-ACC8-1850-53832B2DA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257" y="1789551"/>
            <a:ext cx="2772936" cy="3361368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3082190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687890" y="77140"/>
            <a:ext cx="5582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kern="0" spc="0" dirty="0" err="1">
                <a:solidFill>
                  <a:schemeClr val="bg1">
                    <a:lumMod val="95000"/>
                  </a:schemeClr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척주</a:t>
            </a:r>
            <a:r>
              <a:rPr lang="en-US" altLang="ko-KR" sz="2800" b="1" kern="0" spc="0" dirty="0">
                <a:solidFill>
                  <a:schemeClr val="bg1">
                    <a:lumMod val="95000"/>
                  </a:schemeClr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(Vertebral Column)</a:t>
            </a:r>
            <a:r>
              <a:rPr lang="ko-KR" altLang="en-US" sz="2800" b="1" kern="0" spc="0" dirty="0">
                <a:solidFill>
                  <a:schemeClr val="bg1">
                    <a:lumMod val="95000"/>
                  </a:schemeClr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의 개념</a:t>
            </a:r>
            <a:endParaRPr lang="ko-KR" altLang="en-US" sz="2800" kern="0" spc="0" dirty="0">
              <a:solidFill>
                <a:schemeClr val="bg1">
                  <a:lumMod val="95000"/>
                </a:schemeClr>
              </a:solidFill>
              <a:effectLst/>
              <a:latin typeface="배스킨라빈스 B" panose="02020603020101020101" pitchFamily="18" charset="-127"/>
              <a:ea typeface="배스킨라빈스 B" panose="0202060302010102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53184" y="12880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02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배스킨라빈스 B" panose="02020603020101020101" pitchFamily="18" charset="-127"/>
              <a:ea typeface="배스킨라빈스 B" panose="0202060302010102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26733D-1911-F92E-B8BA-AA7CAAB7116E}"/>
              </a:ext>
            </a:extLst>
          </p:cNvPr>
          <p:cNvSpPr txBox="1"/>
          <p:nvPr/>
        </p:nvSpPr>
        <p:spPr>
          <a:xfrm>
            <a:off x="174520" y="600360"/>
            <a:ext cx="8794960" cy="602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4. 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엉치뼈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(</a:t>
            </a:r>
            <a:r>
              <a:rPr lang="en-US" altLang="ko-KR" sz="2400" b="1" kern="0" spc="0" dirty="0">
                <a:solidFill>
                  <a:srgbClr val="93303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Sacrum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)–1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개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(5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개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) , 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꼬리뼈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(</a:t>
            </a:r>
            <a:r>
              <a:rPr lang="en-US" altLang="ko-KR" sz="2400" b="1" kern="0" spc="0" dirty="0">
                <a:solidFill>
                  <a:srgbClr val="93303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Coccyx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)–1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개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(3~6</a:t>
            </a:r>
            <a:r>
              <a:rPr lang="ko-KR" altLang="en-US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개</a:t>
            </a:r>
            <a:r>
              <a:rPr lang="en-US" altLang="ko-KR" sz="2400" b="1" kern="0" spc="0" dirty="0">
                <a:solidFill>
                  <a:srgbClr val="000000"/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)</a:t>
            </a:r>
            <a:endParaRPr lang="ko-KR" altLang="en-US" sz="2400" kern="0" spc="0" dirty="0">
              <a:solidFill>
                <a:srgbClr val="000000"/>
              </a:solidFill>
              <a:effectLst/>
              <a:latin typeface="배스킨라빈스 B" panose="02020603020101020101" pitchFamily="18" charset="-127"/>
              <a:ea typeface="배스킨라빈스 B" panose="0202060302010102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EA5E89-23B0-A218-2E7D-2F7C1527861C}"/>
              </a:ext>
            </a:extLst>
          </p:cNvPr>
          <p:cNvSpPr/>
          <p:nvPr/>
        </p:nvSpPr>
        <p:spPr>
          <a:xfrm>
            <a:off x="439632" y="1611343"/>
            <a:ext cx="4406279" cy="4930815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엉치뼈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(sacrum)</a:t>
            </a:r>
            <a:r>
              <a:rPr lang="en-US" altLang="ko-KR" kern="0" dirty="0">
                <a:solidFill>
                  <a:srgbClr val="000000"/>
                </a:solidFill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-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아동기엔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5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개로 분리되어 있다가 성인기가 되면 하나의 뼈로 융합된다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.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엉치뼈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(sacrum)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의 중요한 기능은 위에 있는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척주인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목뼈 등뼈 허리뼈의 무게를 골반으로 전달하는 역할을 하게 된다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.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꼬리뼈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(coccyx)</a:t>
            </a:r>
            <a:r>
              <a:rPr lang="en-US" altLang="ko-KR" kern="0" dirty="0">
                <a:solidFill>
                  <a:srgbClr val="000000"/>
                </a:solidFill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-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네 개의 척추뼈가 융합되어 구성되어 있는 작은 삼각형 형태의 뼈이다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.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kern="0" spc="0" dirty="0">
              <a:solidFill>
                <a:srgbClr val="000000"/>
              </a:solidFill>
              <a:effectLst/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-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두 뼈 모두 척추의 하단에 위치하여 골반의 후방을 형성한다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.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3C14888-47BC-8E65-34D0-A5C4D4ABF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406" y="2137893"/>
            <a:ext cx="3662962" cy="323424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8378432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C1BD1A4-20E2-8578-BC25-FFB59BB73713}"/>
              </a:ext>
            </a:extLst>
          </p:cNvPr>
          <p:cNvSpPr/>
          <p:nvPr/>
        </p:nvSpPr>
        <p:spPr>
          <a:xfrm>
            <a:off x="4643011" y="3755013"/>
            <a:ext cx="3702479" cy="1600739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-788728" y="73670"/>
            <a:ext cx="5582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kern="0" spc="0" dirty="0" err="1">
                <a:solidFill>
                  <a:schemeClr val="bg1">
                    <a:lumMod val="95000"/>
                  </a:schemeClr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척주의</a:t>
            </a:r>
            <a:r>
              <a:rPr lang="ko-KR" altLang="en-US" sz="2800" b="1" kern="0" spc="0" dirty="0">
                <a:solidFill>
                  <a:schemeClr val="bg1">
                    <a:lumMod val="95000"/>
                  </a:schemeClr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 역할</a:t>
            </a:r>
            <a:endParaRPr lang="ko-KR" altLang="en-US" sz="2800" kern="0" spc="0" dirty="0">
              <a:solidFill>
                <a:schemeClr val="bg1">
                  <a:lumMod val="95000"/>
                </a:schemeClr>
              </a:solidFill>
              <a:effectLst/>
              <a:latin typeface="배스킨라빈스 B" panose="02020603020101020101" pitchFamily="18" charset="-127"/>
              <a:ea typeface="배스킨라빈스 B" panose="0202060302010102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53183" y="12880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03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배스킨라빈스 B" panose="02020603020101020101" pitchFamily="18" charset="-127"/>
              <a:ea typeface="배스킨라빈스 B" panose="0202060302010102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EA5E89-23B0-A218-2E7D-2F7C1527861C}"/>
              </a:ext>
            </a:extLst>
          </p:cNvPr>
          <p:cNvSpPr/>
          <p:nvPr/>
        </p:nvSpPr>
        <p:spPr>
          <a:xfrm>
            <a:off x="455710" y="1288915"/>
            <a:ext cx="3702479" cy="1600739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2C49CB-63A4-1DDD-7CC7-83868EBDC717}"/>
              </a:ext>
            </a:extLst>
          </p:cNvPr>
          <p:cNvSpPr txBox="1"/>
          <p:nvPr/>
        </p:nvSpPr>
        <p:spPr>
          <a:xfrm>
            <a:off x="5155631" y="4059414"/>
            <a:ext cx="411629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4. </a:t>
            </a:r>
            <a:r>
              <a:rPr lang="ko-KR" altLang="en-US" sz="2000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충격흡수</a:t>
            </a:r>
            <a:endParaRPr lang="en-US" altLang="ko-KR" sz="2000" b="1" dirty="0"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r>
              <a:rPr lang="en-US" altLang="ko-KR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     -</a:t>
            </a:r>
            <a:r>
              <a:rPr lang="ko-KR" altLang="en-US" b="1" dirty="0" err="1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추간판</a:t>
            </a:r>
            <a:r>
              <a:rPr lang="ko-KR" altLang="en-US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역할</a:t>
            </a:r>
            <a:r>
              <a:rPr lang="en-US" altLang="ko-KR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 </a:t>
            </a:r>
            <a:endParaRPr lang="ko-KR" altLang="en-US" b="1" dirty="0"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8ECE6E-5DC3-C21D-8E59-86A106AB0717}"/>
              </a:ext>
            </a:extLst>
          </p:cNvPr>
          <p:cNvSpPr/>
          <p:nvPr/>
        </p:nvSpPr>
        <p:spPr>
          <a:xfrm>
            <a:off x="4643012" y="1288915"/>
            <a:ext cx="3702479" cy="1600739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1969271-8600-9B75-570E-60676AB692B2}"/>
              </a:ext>
            </a:extLst>
          </p:cNvPr>
          <p:cNvSpPr/>
          <p:nvPr/>
        </p:nvSpPr>
        <p:spPr>
          <a:xfrm>
            <a:off x="455709" y="3755012"/>
            <a:ext cx="3702479" cy="1600739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ED6E15-CC75-56B3-276D-FAB2F5C46BAA}"/>
              </a:ext>
            </a:extLst>
          </p:cNvPr>
          <p:cNvSpPr txBox="1"/>
          <p:nvPr/>
        </p:nvSpPr>
        <p:spPr>
          <a:xfrm>
            <a:off x="896923" y="1629611"/>
            <a:ext cx="41162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2000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지지와 구조적 안정성</a:t>
            </a:r>
            <a:endParaRPr lang="en-US" altLang="ko-KR" sz="2000" b="1" dirty="0"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r>
              <a:rPr lang="en-US" altLang="ko-KR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     -</a:t>
            </a:r>
            <a:r>
              <a:rPr lang="ko-KR" altLang="en-US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주요 지지대</a:t>
            </a:r>
            <a:endParaRPr lang="en-US" altLang="ko-KR" b="1" dirty="0"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r>
              <a:rPr lang="en-US" altLang="ko-KR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     -</a:t>
            </a:r>
            <a:r>
              <a:rPr lang="ko-KR" altLang="en-US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자세유지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FA4647-4D02-E0C1-41FC-9E0BF9B804AA}"/>
              </a:ext>
            </a:extLst>
          </p:cNvPr>
          <p:cNvSpPr txBox="1"/>
          <p:nvPr/>
        </p:nvSpPr>
        <p:spPr>
          <a:xfrm>
            <a:off x="5239852" y="1610184"/>
            <a:ext cx="41162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2. </a:t>
            </a:r>
            <a:r>
              <a:rPr lang="ko-KR" altLang="en-US" sz="2000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보호기능</a:t>
            </a:r>
            <a:endParaRPr lang="en-US" altLang="ko-KR" sz="2000" b="1" dirty="0"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r>
              <a:rPr lang="en-US" altLang="ko-KR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   -</a:t>
            </a:r>
            <a:r>
              <a:rPr lang="ko-KR" altLang="en-US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척수 보호</a:t>
            </a:r>
            <a:endParaRPr lang="en-US" altLang="ko-KR" b="1" dirty="0"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r>
              <a:rPr lang="en-US" altLang="ko-KR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   -</a:t>
            </a:r>
            <a:r>
              <a:rPr lang="ko-KR" altLang="en-US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신경 보호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A5A233-FB99-24E9-DE01-988E1D26A0AE}"/>
              </a:ext>
            </a:extLst>
          </p:cNvPr>
          <p:cNvSpPr txBox="1"/>
          <p:nvPr/>
        </p:nvSpPr>
        <p:spPr>
          <a:xfrm>
            <a:off x="938267" y="4059414"/>
            <a:ext cx="41162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3. </a:t>
            </a:r>
            <a:r>
              <a:rPr lang="ko-KR" altLang="en-US" sz="2000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유연성과 운동성</a:t>
            </a:r>
            <a:endParaRPr lang="en-US" altLang="ko-KR" sz="2000" b="1" dirty="0"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r>
              <a:rPr lang="en-US" altLang="ko-KR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     -</a:t>
            </a:r>
            <a:r>
              <a:rPr lang="ko-KR" altLang="en-US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다양한 움직임 가능</a:t>
            </a:r>
            <a:endParaRPr lang="en-US" altLang="ko-KR" b="1" dirty="0"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r>
              <a:rPr lang="en-US" altLang="ko-KR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     -</a:t>
            </a:r>
            <a:r>
              <a:rPr lang="ko-KR" altLang="en-US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운동의 조정과 제어</a:t>
            </a:r>
          </a:p>
        </p:txBody>
      </p:sp>
    </p:spTree>
    <p:extLst>
      <p:ext uri="{BB962C8B-B14F-4D97-AF65-F5344CB8AC3E}">
        <p14:creationId xmlns:p14="http://schemas.microsoft.com/office/powerpoint/2010/main" val="38723946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B194895-A5A0-41C2-B6C2-2EB29F62E183}"/>
              </a:ext>
            </a:extLst>
          </p:cNvPr>
          <p:cNvGrpSpPr/>
          <p:nvPr/>
        </p:nvGrpSpPr>
        <p:grpSpPr>
          <a:xfrm>
            <a:off x="-3194" y="0"/>
            <a:ext cx="8063630" cy="670560"/>
            <a:chOff x="-3194" y="0"/>
            <a:chExt cx="8063630" cy="670560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3013BD-EAE5-44CA-9C9A-B1FC5AAC5BB5}"/>
                </a:ext>
              </a:extLst>
            </p:cNvPr>
            <p:cNvGrpSpPr/>
            <p:nvPr/>
          </p:nvGrpSpPr>
          <p:grpSpPr>
            <a:xfrm>
              <a:off x="0" y="0"/>
              <a:ext cx="8060436" cy="670560"/>
              <a:chOff x="0" y="0"/>
              <a:chExt cx="8060436" cy="694944"/>
            </a:xfrm>
            <a:solidFill>
              <a:srgbClr val="4F92BF"/>
            </a:solidFill>
          </p:grpSpPr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6F0E64C-916F-4522-9700-DD1FBBDEF266}"/>
                  </a:ext>
                </a:extLst>
              </p:cNvPr>
              <p:cNvSpPr/>
              <p:nvPr/>
            </p:nvSpPr>
            <p:spPr>
              <a:xfrm>
                <a:off x="0" y="0"/>
                <a:ext cx="7580376" cy="6949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" name="직각 삼각형 2">
                <a:extLst>
                  <a:ext uri="{FF2B5EF4-FFF2-40B4-BE49-F238E27FC236}">
                    <a16:creationId xmlns:a16="http://schemas.microsoft.com/office/drawing/2014/main" id="{B640DB36-0EF6-48D4-B77A-E09266C2AFE9}"/>
                  </a:ext>
                </a:extLst>
              </p:cNvPr>
              <p:cNvSpPr/>
              <p:nvPr/>
            </p:nvSpPr>
            <p:spPr>
              <a:xfrm flipV="1">
                <a:off x="7580376" y="0"/>
                <a:ext cx="480060" cy="69494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1C5B5FF-B202-41D7-B318-5A259655CC41}"/>
                </a:ext>
              </a:extLst>
            </p:cNvPr>
            <p:cNvSpPr/>
            <p:nvPr/>
          </p:nvSpPr>
          <p:spPr>
            <a:xfrm>
              <a:off x="-3194" y="0"/>
              <a:ext cx="917808" cy="67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7A475A64-51D9-4B36-9EC5-E5AA45315293}"/>
              </a:ext>
            </a:extLst>
          </p:cNvPr>
          <p:cNvSpPr txBox="1"/>
          <p:nvPr/>
        </p:nvSpPr>
        <p:spPr>
          <a:xfrm>
            <a:off x="-788728" y="73670"/>
            <a:ext cx="5582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kern="0" spc="0" dirty="0" err="1">
                <a:solidFill>
                  <a:schemeClr val="bg1">
                    <a:lumMod val="95000"/>
                  </a:schemeClr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척주의</a:t>
            </a:r>
            <a:r>
              <a:rPr lang="ko-KR" altLang="en-US" sz="2800" b="1" kern="0" spc="0" dirty="0">
                <a:solidFill>
                  <a:schemeClr val="bg1">
                    <a:lumMod val="95000"/>
                  </a:schemeClr>
                </a:solidFill>
                <a:effectLst/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 역할</a:t>
            </a:r>
            <a:endParaRPr lang="ko-KR" altLang="en-US" sz="2800" kern="0" spc="0" dirty="0">
              <a:solidFill>
                <a:schemeClr val="bg1">
                  <a:lumMod val="95000"/>
                </a:schemeClr>
              </a:solidFill>
              <a:effectLst/>
              <a:latin typeface="배스킨라빈스 B" panose="02020603020101020101" pitchFamily="18" charset="-127"/>
              <a:ea typeface="배스킨라빈스 B" panose="02020603020101020101" pitchFamily="18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B6F21F-12D9-436D-98DF-64CDC093F680}"/>
              </a:ext>
            </a:extLst>
          </p:cNvPr>
          <p:cNvSpPr txBox="1"/>
          <p:nvPr/>
        </p:nvSpPr>
        <p:spPr>
          <a:xfrm>
            <a:off x="353183" y="12880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03</a:t>
            </a:r>
            <a:endParaRPr lang="ko-KR" altLang="en-US" sz="28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배스킨라빈스 B" panose="02020603020101020101" pitchFamily="18" charset="-127"/>
              <a:ea typeface="배스킨라빈스 B" panose="02020603020101020101" pitchFamily="18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BFB2690-8DEA-4CCF-94F6-CFE8AE7297C8}"/>
              </a:ext>
            </a:extLst>
          </p:cNvPr>
          <p:cNvSpPr/>
          <p:nvPr/>
        </p:nvSpPr>
        <p:spPr>
          <a:xfrm>
            <a:off x="0" y="652027"/>
            <a:ext cx="275687" cy="620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EA5E89-23B0-A218-2E7D-2F7C1527861C}"/>
              </a:ext>
            </a:extLst>
          </p:cNvPr>
          <p:cNvSpPr/>
          <p:nvPr/>
        </p:nvSpPr>
        <p:spPr>
          <a:xfrm>
            <a:off x="455710" y="1288915"/>
            <a:ext cx="3702479" cy="1600739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8ECE6E-5DC3-C21D-8E59-86A106AB0717}"/>
              </a:ext>
            </a:extLst>
          </p:cNvPr>
          <p:cNvSpPr/>
          <p:nvPr/>
        </p:nvSpPr>
        <p:spPr>
          <a:xfrm>
            <a:off x="4643012" y="1288915"/>
            <a:ext cx="3702479" cy="1600739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1969271-8600-9B75-570E-60676AB692B2}"/>
              </a:ext>
            </a:extLst>
          </p:cNvPr>
          <p:cNvSpPr/>
          <p:nvPr/>
        </p:nvSpPr>
        <p:spPr>
          <a:xfrm>
            <a:off x="455709" y="3755012"/>
            <a:ext cx="3702479" cy="1600739"/>
          </a:xfrm>
          <a:prstGeom prst="rect">
            <a:avLst/>
          </a:prstGeom>
          <a:solidFill>
            <a:srgbClr val="A3CFEF"/>
          </a:solidFill>
          <a:ln>
            <a:solidFill>
              <a:srgbClr val="A3CF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ED6E15-CC75-56B3-276D-FAB2F5C46BAA}"/>
              </a:ext>
            </a:extLst>
          </p:cNvPr>
          <p:cNvSpPr txBox="1"/>
          <p:nvPr/>
        </p:nvSpPr>
        <p:spPr>
          <a:xfrm>
            <a:off x="908144" y="1583532"/>
            <a:ext cx="41162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5. </a:t>
            </a:r>
            <a:r>
              <a:rPr lang="ko-KR" altLang="en-US" sz="2000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신경 신호 전달</a:t>
            </a:r>
            <a:endParaRPr lang="en-US" altLang="ko-KR" sz="2000" b="1" dirty="0"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r>
              <a:rPr lang="en-US" altLang="ko-KR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     -</a:t>
            </a:r>
            <a:r>
              <a:rPr lang="ko-KR" altLang="en-US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신경 경로 제공</a:t>
            </a:r>
            <a:endParaRPr lang="en-US" altLang="ko-KR" b="1" dirty="0"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r>
              <a:rPr lang="en-US" altLang="ko-KR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     -</a:t>
            </a:r>
            <a:r>
              <a:rPr lang="ko-KR" altLang="en-US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신경 분지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FA4647-4D02-E0C1-41FC-9E0BF9B804AA}"/>
              </a:ext>
            </a:extLst>
          </p:cNvPr>
          <p:cNvSpPr txBox="1"/>
          <p:nvPr/>
        </p:nvSpPr>
        <p:spPr>
          <a:xfrm>
            <a:off x="5024434" y="1583532"/>
            <a:ext cx="411629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6. </a:t>
            </a:r>
            <a:r>
              <a:rPr lang="ko-KR" altLang="en-US" sz="2000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골반과의 연결</a:t>
            </a:r>
            <a:endParaRPr lang="en-US" altLang="ko-KR" sz="2000" b="1" dirty="0"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r>
              <a:rPr lang="en-US" altLang="ko-KR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     -</a:t>
            </a:r>
            <a:r>
              <a:rPr lang="ko-KR" altLang="en-US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골반과의 결합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A5A233-FB99-24E9-DE01-988E1D26A0AE}"/>
              </a:ext>
            </a:extLst>
          </p:cNvPr>
          <p:cNvSpPr txBox="1"/>
          <p:nvPr/>
        </p:nvSpPr>
        <p:spPr>
          <a:xfrm>
            <a:off x="914614" y="4216827"/>
            <a:ext cx="411629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7. </a:t>
            </a:r>
            <a:r>
              <a:rPr lang="ko-KR" altLang="en-US" sz="2000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혈액 공급과 영양</a:t>
            </a:r>
            <a:endParaRPr lang="en-US" altLang="ko-KR" sz="2000" b="1" dirty="0">
              <a:latin typeface="배스킨라빈스 R" panose="02020603020101020101" pitchFamily="18" charset="-127"/>
              <a:ea typeface="배스킨라빈스 R" panose="02020603020101020101" pitchFamily="18" charset="-127"/>
            </a:endParaRPr>
          </a:p>
          <a:p>
            <a:r>
              <a:rPr lang="en-US" altLang="ko-KR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      -</a:t>
            </a:r>
            <a:r>
              <a:rPr lang="ko-KR" altLang="en-US" b="1" dirty="0">
                <a:latin typeface="배스킨라빈스 R" panose="02020603020101020101" pitchFamily="18" charset="-127"/>
                <a:ea typeface="배스킨라빈스 R" panose="02020603020101020101" pitchFamily="18" charset="-127"/>
              </a:rPr>
              <a:t>혈관 공급</a:t>
            </a:r>
          </a:p>
        </p:txBody>
      </p:sp>
    </p:spTree>
    <p:extLst>
      <p:ext uri="{BB962C8B-B14F-4D97-AF65-F5344CB8AC3E}">
        <p14:creationId xmlns:p14="http://schemas.microsoft.com/office/powerpoint/2010/main" val="19224026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1ED5CD9-524A-43A6-8BE9-7D437936053E}"/>
              </a:ext>
            </a:extLst>
          </p:cNvPr>
          <p:cNvSpPr txBox="1"/>
          <p:nvPr/>
        </p:nvSpPr>
        <p:spPr>
          <a:xfrm>
            <a:off x="902276" y="2502559"/>
            <a:ext cx="34724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b="1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감사합니다</a:t>
            </a:r>
            <a:r>
              <a:rPr lang="en-US" altLang="ko-KR" sz="5400" b="1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배스킨라빈스 B" panose="02020603020101020101" pitchFamily="18" charset="-127"/>
                <a:ea typeface="배스킨라빈스 B" panose="02020603020101020101" pitchFamily="18" charset="-127"/>
              </a:rPr>
              <a:t>.</a:t>
            </a:r>
            <a:endParaRPr lang="ko-KR" altLang="en-US" sz="5400" b="1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배스킨라빈스 B" panose="02020603020101020101" pitchFamily="18" charset="-127"/>
              <a:ea typeface="배스킨라빈스 B" panose="02020603020101020101" pitchFamily="18" charset="-127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858DED8A-DD7D-4322-8316-653FE740DC5E}"/>
              </a:ext>
            </a:extLst>
          </p:cNvPr>
          <p:cNvCxnSpPr>
            <a:cxnSpLocks/>
          </p:cNvCxnSpPr>
          <p:nvPr/>
        </p:nvCxnSpPr>
        <p:spPr>
          <a:xfrm>
            <a:off x="1011809" y="3447288"/>
            <a:ext cx="445236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740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201</TotalTime>
  <Words>1970</Words>
  <Application>Microsoft Office PowerPoint</Application>
  <PresentationFormat>화면 슬라이드 쇼(4:3)</PresentationFormat>
  <Paragraphs>203</Paragraphs>
  <Slides>34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4" baseType="lpstr">
      <vt:lpstr>HY헤드라인M</vt:lpstr>
      <vt:lpstr>맑은 고딕 Semilight</vt:lpstr>
      <vt:lpstr>배스킨라빈스 B</vt:lpstr>
      <vt:lpstr>배스킨라빈스 R</vt:lpstr>
      <vt:lpstr>함초롬바탕</vt:lpstr>
      <vt:lpstr>Arial</vt:lpstr>
      <vt:lpstr>Calibri</vt:lpstr>
      <vt:lpstr>Calibri Light</vt:lpstr>
      <vt:lpstr>Helvetica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k16184</dc:creator>
  <cp:lastModifiedBy>Uib Yb</cp:lastModifiedBy>
  <cp:revision>26</cp:revision>
  <dcterms:created xsi:type="dcterms:W3CDTF">2020-12-30T02:13:00Z</dcterms:created>
  <dcterms:modified xsi:type="dcterms:W3CDTF">2024-05-27T13:57:10Z</dcterms:modified>
</cp:coreProperties>
</file>